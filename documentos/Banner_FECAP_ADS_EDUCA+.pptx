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28800425" cy="43200638"/>
  <p:notesSz cx="6858000" cy="9144000"/>
  <p:embeddedFontLst>
    <p:embeddedFont>
      <p:font typeface="Open Sans 1" panose="020B0604020202020204" charset="0"/>
      <p:regular r:id="rId3"/>
    </p:embeddedFont>
    <p:embeddedFont>
      <p:font typeface="Open Sans 1 Bold" panose="020B0604020202020204" charset="0"/>
      <p:regular r:id="rId4"/>
    </p:embeddedFont>
    <p:embeddedFont>
      <p:font typeface="Open Sans 2" panose="020B0604020202020204" charset="0"/>
      <p:regular r:id="rId5"/>
    </p:embeddedFont>
    <p:embeddedFont>
      <p:font typeface="Open Sans 2 Bold" panose="020B0604020202020204" charset="0"/>
      <p:regular r:id="rId6"/>
    </p:embeddedFont>
  </p:embeddedFontLst>
  <p:defaultTextStyle>
    <a:defPPr>
      <a:defRPr lang="en-US"/>
    </a:defPPr>
    <a:lvl1pPr marL="0" algn="l" defTabSz="1804386" rtl="0" eaLnBrk="1" latinLnBrk="0" hangingPunct="1">
      <a:defRPr sz="3552" kern="1200">
        <a:solidFill>
          <a:schemeClr val="tx1"/>
        </a:solidFill>
        <a:latin typeface="+mn-lt"/>
        <a:ea typeface="+mn-ea"/>
        <a:cs typeface="+mn-cs"/>
      </a:defRPr>
    </a:lvl1pPr>
    <a:lvl2pPr marL="902193" algn="l" defTabSz="1804386" rtl="0" eaLnBrk="1" latinLnBrk="0" hangingPunct="1">
      <a:defRPr sz="3552" kern="1200">
        <a:solidFill>
          <a:schemeClr val="tx1"/>
        </a:solidFill>
        <a:latin typeface="+mn-lt"/>
        <a:ea typeface="+mn-ea"/>
        <a:cs typeface="+mn-cs"/>
      </a:defRPr>
    </a:lvl2pPr>
    <a:lvl3pPr marL="1804386" algn="l" defTabSz="1804386" rtl="0" eaLnBrk="1" latinLnBrk="0" hangingPunct="1">
      <a:defRPr sz="3552" kern="1200">
        <a:solidFill>
          <a:schemeClr val="tx1"/>
        </a:solidFill>
        <a:latin typeface="+mn-lt"/>
        <a:ea typeface="+mn-ea"/>
        <a:cs typeface="+mn-cs"/>
      </a:defRPr>
    </a:lvl3pPr>
    <a:lvl4pPr marL="2706578" algn="l" defTabSz="1804386" rtl="0" eaLnBrk="1" latinLnBrk="0" hangingPunct="1">
      <a:defRPr sz="3552" kern="1200">
        <a:solidFill>
          <a:schemeClr val="tx1"/>
        </a:solidFill>
        <a:latin typeface="+mn-lt"/>
        <a:ea typeface="+mn-ea"/>
        <a:cs typeface="+mn-cs"/>
      </a:defRPr>
    </a:lvl4pPr>
    <a:lvl5pPr marL="3608771" algn="l" defTabSz="1804386" rtl="0" eaLnBrk="1" latinLnBrk="0" hangingPunct="1">
      <a:defRPr sz="3552" kern="1200">
        <a:solidFill>
          <a:schemeClr val="tx1"/>
        </a:solidFill>
        <a:latin typeface="+mn-lt"/>
        <a:ea typeface="+mn-ea"/>
        <a:cs typeface="+mn-cs"/>
      </a:defRPr>
    </a:lvl5pPr>
    <a:lvl6pPr marL="4510964" algn="l" defTabSz="1804386" rtl="0" eaLnBrk="1" latinLnBrk="0" hangingPunct="1">
      <a:defRPr sz="3552" kern="1200">
        <a:solidFill>
          <a:schemeClr val="tx1"/>
        </a:solidFill>
        <a:latin typeface="+mn-lt"/>
        <a:ea typeface="+mn-ea"/>
        <a:cs typeface="+mn-cs"/>
      </a:defRPr>
    </a:lvl6pPr>
    <a:lvl7pPr marL="5413157" algn="l" defTabSz="1804386" rtl="0" eaLnBrk="1" latinLnBrk="0" hangingPunct="1">
      <a:defRPr sz="3552" kern="1200">
        <a:solidFill>
          <a:schemeClr val="tx1"/>
        </a:solidFill>
        <a:latin typeface="+mn-lt"/>
        <a:ea typeface="+mn-ea"/>
        <a:cs typeface="+mn-cs"/>
      </a:defRPr>
    </a:lvl7pPr>
    <a:lvl8pPr marL="6315349" algn="l" defTabSz="1804386" rtl="0" eaLnBrk="1" latinLnBrk="0" hangingPunct="1">
      <a:defRPr sz="3552" kern="1200">
        <a:solidFill>
          <a:schemeClr val="tx1"/>
        </a:solidFill>
        <a:latin typeface="+mn-lt"/>
        <a:ea typeface="+mn-ea"/>
        <a:cs typeface="+mn-cs"/>
      </a:defRPr>
    </a:lvl8pPr>
    <a:lvl9pPr marL="7217542" algn="l" defTabSz="1804386" rtl="0" eaLnBrk="1" latinLnBrk="0" hangingPunct="1">
      <a:defRPr sz="355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66" userDrawn="1">
          <p15:clr>
            <a:srgbClr val="A4A3A4"/>
          </p15:clr>
        </p15:guide>
        <p15:guide id="2" pos="54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10" d="100"/>
          <a:sy n="10" d="100"/>
        </p:scale>
        <p:origin x="2918" y="437"/>
      </p:cViewPr>
      <p:guideLst>
        <p:guide orient="horz" pos="4366"/>
        <p:guide pos="548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font" Target="fonts/font1.fntdata"/><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5" Type="http://schemas.openxmlformats.org/officeDocument/2006/relationships/font" Target="fonts/font3.fntdata"/><Relationship Id="rId10" Type="http://schemas.openxmlformats.org/officeDocument/2006/relationships/tableStyles" Target="tableStyles.xml"/><Relationship Id="rId4" Type="http://schemas.openxmlformats.org/officeDocument/2006/relationships/font" Target="fonts/font2.fntdata"/><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862" b="0" i="0" u="none" strike="noStrike" kern="1200" spc="0" baseline="0">
                <a:ln>
                  <a:noFill/>
                </a:ln>
                <a:solidFill>
                  <a:schemeClr val="tx1"/>
                </a:solidFill>
                <a:effectLst>
                  <a:innerShdw blurRad="63500" dist="50800" dir="13500000">
                    <a:prstClr val="black">
                      <a:alpha val="58000"/>
                    </a:prstClr>
                  </a:innerShdw>
                </a:effectLst>
                <a:latin typeface="+mn-lt"/>
                <a:ea typeface="+mn-ea"/>
                <a:cs typeface="+mn-cs"/>
              </a:defRPr>
            </a:pPr>
            <a:r>
              <a:rPr lang="pt-BR"/>
              <a:t>Uso de Acessos por Tipo de Pacote (%)</a:t>
            </a:r>
          </a:p>
        </c:rich>
      </c:tx>
      <c:overlay val="0"/>
      <c:spPr>
        <a:noFill/>
        <a:ln>
          <a:noFill/>
        </a:ln>
        <a:effectLst/>
      </c:spPr>
      <c:txPr>
        <a:bodyPr rot="0" spcFirstLastPara="1" vertOverflow="ellipsis" vert="horz" wrap="square" anchor="ctr" anchorCtr="1"/>
        <a:lstStyle/>
        <a:p>
          <a:pPr>
            <a:defRPr sz="1862" b="0" i="0" u="none" strike="noStrike" kern="1200" spc="0" baseline="0">
              <a:ln>
                <a:noFill/>
              </a:ln>
              <a:solidFill>
                <a:schemeClr val="tx1"/>
              </a:solidFill>
              <a:effectLst>
                <a:innerShdw blurRad="63500" dist="50800" dir="13500000">
                  <a:prstClr val="black">
                    <a:alpha val="58000"/>
                  </a:prstClr>
                </a:innerShdw>
              </a:effectLst>
              <a:latin typeface="+mn-lt"/>
              <a:ea typeface="+mn-ea"/>
              <a:cs typeface="+mn-cs"/>
            </a:defRPr>
          </a:pPr>
          <a:endParaRPr lang="pt-BR"/>
        </a:p>
      </c:txPr>
    </c:title>
    <c:autoTitleDeleted val="0"/>
    <c:plotArea>
      <c:layout>
        <c:manualLayout>
          <c:layoutTarget val="inner"/>
          <c:xMode val="edge"/>
          <c:yMode val="edge"/>
          <c:x val="0.10581789095557292"/>
          <c:y val="9.6464013469668944E-2"/>
          <c:w val="0.86773271077211522"/>
          <c:h val="0.87015130923958339"/>
        </c:manualLayout>
      </c:layout>
      <c:barChart>
        <c:barDir val="bar"/>
        <c:grouping val="stacked"/>
        <c:varyColors val="0"/>
        <c:ser>
          <c:idx val="0"/>
          <c:order val="0"/>
          <c:tx>
            <c:strRef>
              <c:f>Planilha1!$B$1</c:f>
              <c:strCache>
                <c:ptCount val="1"/>
                <c:pt idx="0">
                  <c:v>Uso (%)</c:v>
                </c:pt>
              </c:strCache>
            </c:strRef>
          </c:tx>
          <c:spPr>
            <a:solidFill>
              <a:schemeClr val="accent3">
                <a:shade val="76000"/>
              </a:schemeClr>
            </a:solidFill>
            <a:ln>
              <a:noFill/>
            </a:ln>
            <a:effectLst/>
          </c:spPr>
          <c:invertIfNegative val="0"/>
          <c:cat>
            <c:strRef>
              <c:f>Planilha1!$A$2:$A$4</c:f>
              <c:strCache>
                <c:ptCount val="3"/>
                <c:pt idx="0">
                  <c:v>Básico</c:v>
                </c:pt>
                <c:pt idx="1">
                  <c:v>Intermediário</c:v>
                </c:pt>
                <c:pt idx="2">
                  <c:v>Premium</c:v>
                </c:pt>
              </c:strCache>
            </c:strRef>
          </c:cat>
          <c:val>
            <c:numRef>
              <c:f>Planilha1!$B$2:$B$4</c:f>
              <c:numCache>
                <c:formatCode>General</c:formatCode>
                <c:ptCount val="3"/>
                <c:pt idx="0">
                  <c:v>65</c:v>
                </c:pt>
                <c:pt idx="1">
                  <c:v>82</c:v>
                </c:pt>
                <c:pt idx="2">
                  <c:v>94</c:v>
                </c:pt>
              </c:numCache>
            </c:numRef>
          </c:val>
          <c:extLst>
            <c:ext xmlns:c16="http://schemas.microsoft.com/office/drawing/2014/chart" uri="{C3380CC4-5D6E-409C-BE32-E72D297353CC}">
              <c16:uniqueId val="{00000000-AC45-4EED-B3A3-EB94A3394D19}"/>
            </c:ext>
          </c:extLst>
        </c:ser>
        <c:ser>
          <c:idx val="1"/>
          <c:order val="1"/>
          <c:tx>
            <c:strRef>
              <c:f>Planilha1!$C$1</c:f>
              <c:strCache>
                <c:ptCount val="1"/>
                <c:pt idx="0">
                  <c:v>Limite</c:v>
                </c:pt>
              </c:strCache>
            </c:strRef>
          </c:tx>
          <c:spPr>
            <a:solidFill>
              <a:schemeClr val="accent3">
                <a:tint val="77000"/>
              </a:schemeClr>
            </a:solidFill>
            <a:ln>
              <a:noFill/>
            </a:ln>
            <a:effectLst/>
          </c:spPr>
          <c:invertIfNegative val="0"/>
          <c:cat>
            <c:strRef>
              <c:f>Planilha1!$A$2:$A$4</c:f>
              <c:strCache>
                <c:ptCount val="3"/>
                <c:pt idx="0">
                  <c:v>Básico</c:v>
                </c:pt>
                <c:pt idx="1">
                  <c:v>Intermediário</c:v>
                </c:pt>
                <c:pt idx="2">
                  <c:v>Premium</c:v>
                </c:pt>
              </c:strCache>
            </c:strRef>
          </c:cat>
          <c:val>
            <c:numRef>
              <c:f>Planilha1!$C$2:$C$4</c:f>
              <c:numCache>
                <c:formatCode>General</c:formatCode>
                <c:ptCount val="3"/>
              </c:numCache>
            </c:numRef>
          </c:val>
          <c:extLst>
            <c:ext xmlns:c16="http://schemas.microsoft.com/office/drawing/2014/chart" uri="{C3380CC4-5D6E-409C-BE32-E72D297353CC}">
              <c16:uniqueId val="{00000001-AC45-4EED-B3A3-EB94A3394D19}"/>
            </c:ext>
          </c:extLst>
        </c:ser>
        <c:dLbls>
          <c:showLegendKey val="0"/>
          <c:showVal val="0"/>
          <c:showCatName val="0"/>
          <c:showSerName val="0"/>
          <c:showPercent val="0"/>
          <c:showBubbleSize val="0"/>
        </c:dLbls>
        <c:gapWidth val="150"/>
        <c:overlap val="100"/>
        <c:axId val="353182696"/>
        <c:axId val="353185576"/>
      </c:barChart>
      <c:catAx>
        <c:axId val="3531826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ln>
                  <a:noFill/>
                </a:ln>
                <a:solidFill>
                  <a:schemeClr val="tx1"/>
                </a:solidFill>
                <a:effectLst>
                  <a:innerShdw blurRad="63500" dist="50800" dir="13500000">
                    <a:prstClr val="black">
                      <a:alpha val="58000"/>
                    </a:prstClr>
                  </a:innerShdw>
                </a:effectLst>
                <a:latin typeface="+mn-lt"/>
                <a:ea typeface="+mn-ea"/>
                <a:cs typeface="+mn-cs"/>
              </a:defRPr>
            </a:pPr>
            <a:endParaRPr lang="pt-BR"/>
          </a:p>
        </c:txPr>
        <c:crossAx val="353185576"/>
        <c:crosses val="autoZero"/>
        <c:auto val="1"/>
        <c:lblAlgn val="ctr"/>
        <c:lblOffset val="100"/>
        <c:noMultiLvlLbl val="0"/>
      </c:catAx>
      <c:valAx>
        <c:axId val="35318557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ln>
                  <a:noFill/>
                </a:ln>
                <a:solidFill>
                  <a:schemeClr val="tx1"/>
                </a:solidFill>
                <a:effectLst>
                  <a:innerShdw blurRad="63500" dist="50800" dir="13500000">
                    <a:prstClr val="black">
                      <a:alpha val="58000"/>
                    </a:prstClr>
                  </a:innerShdw>
                </a:effectLst>
                <a:latin typeface="+mn-lt"/>
                <a:ea typeface="+mn-ea"/>
                <a:cs typeface="+mn-cs"/>
              </a:defRPr>
            </a:pPr>
            <a:endParaRPr lang="pt-BR"/>
          </a:p>
        </c:txPr>
        <c:crossAx val="353182696"/>
        <c:crosses val="autoZero"/>
        <c:crossBetween val="between"/>
      </c:valAx>
      <c:spPr>
        <a:noFill/>
        <a:ln>
          <a:noFill/>
        </a:ln>
        <a:effectLst/>
      </c:spPr>
    </c:plotArea>
    <c:legend>
      <c:legendPos val="b"/>
      <c:layout>
        <c:manualLayout>
          <c:xMode val="edge"/>
          <c:yMode val="edge"/>
          <c:x val="0.44578904601015712"/>
          <c:y val="0.9092687312834985"/>
          <c:w val="0.11974363241345019"/>
          <c:h val="4.175786249720026E-2"/>
        </c:manualLayout>
      </c:layout>
      <c:overlay val="0"/>
      <c:spPr>
        <a:noFill/>
        <a:ln>
          <a:noFill/>
        </a:ln>
        <a:effectLst/>
      </c:spPr>
      <c:txPr>
        <a:bodyPr rot="0" spcFirstLastPara="1" vertOverflow="ellipsis" vert="horz" wrap="square" anchor="ctr" anchorCtr="1"/>
        <a:lstStyle/>
        <a:p>
          <a:pPr>
            <a:defRPr sz="1197" b="0" i="0" u="none" strike="noStrike" kern="1200" baseline="0">
              <a:ln>
                <a:noFill/>
              </a:ln>
              <a:solidFill>
                <a:schemeClr val="tx1"/>
              </a:solidFill>
              <a:effectLst>
                <a:innerShdw blurRad="63500" dist="50800" dir="13500000">
                  <a:prstClr val="black">
                    <a:alpha val="58000"/>
                  </a:prstClr>
                </a:innerShdw>
              </a:effectLst>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n>
            <a:noFill/>
          </a:ln>
          <a:solidFill>
            <a:schemeClr val="tx1"/>
          </a:solidFill>
          <a:effectLst>
            <a:innerShdw blurRad="63500" dist="50800" dir="13500000">
              <a:prstClr val="black">
                <a:alpha val="58000"/>
              </a:prstClr>
            </a:innerShdw>
          </a:effectLst>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06910" y="4305947"/>
            <a:ext cx="14811647" cy="2971167"/>
          </a:xfrm>
        </p:spPr>
        <p:txBody>
          <a:bodyPr/>
          <a:lstStyle/>
          <a:p>
            <a:r>
              <a:rPr lang="en-US"/>
              <a:t>Click to edit Master title style</a:t>
            </a:r>
          </a:p>
        </p:txBody>
      </p:sp>
      <p:sp>
        <p:nvSpPr>
          <p:cNvPr id="3" name="Subtitle 2"/>
          <p:cNvSpPr>
            <a:spLocks noGrp="1"/>
          </p:cNvSpPr>
          <p:nvPr>
            <p:ph type="subTitle" idx="1"/>
          </p:nvPr>
        </p:nvSpPr>
        <p:spPr>
          <a:xfrm>
            <a:off x="2613820" y="7854662"/>
            <a:ext cx="12197827" cy="3542298"/>
          </a:xfrm>
        </p:spPr>
        <p:txBody>
          <a:bodyPr/>
          <a:lstStyle>
            <a:lvl1pPr marL="0" indent="0" algn="ctr">
              <a:buNone/>
              <a:defRPr>
                <a:solidFill>
                  <a:schemeClr val="tx1">
                    <a:tint val="75000"/>
                  </a:schemeClr>
                </a:solidFill>
              </a:defRPr>
            </a:lvl1pPr>
            <a:lvl2pPr marL="871286" indent="0" algn="ctr">
              <a:buNone/>
              <a:defRPr>
                <a:solidFill>
                  <a:schemeClr val="tx1">
                    <a:tint val="75000"/>
                  </a:schemeClr>
                </a:solidFill>
              </a:defRPr>
            </a:lvl2pPr>
            <a:lvl3pPr marL="1742572" indent="0" algn="ctr">
              <a:buNone/>
              <a:defRPr>
                <a:solidFill>
                  <a:schemeClr val="tx1">
                    <a:tint val="75000"/>
                  </a:schemeClr>
                </a:solidFill>
              </a:defRPr>
            </a:lvl3pPr>
            <a:lvl4pPr marL="2613858" indent="0" algn="ctr">
              <a:buNone/>
              <a:defRPr>
                <a:solidFill>
                  <a:schemeClr val="tx1">
                    <a:tint val="75000"/>
                  </a:schemeClr>
                </a:solidFill>
              </a:defRPr>
            </a:lvl4pPr>
            <a:lvl5pPr marL="3485144" indent="0" algn="ctr">
              <a:buNone/>
              <a:defRPr>
                <a:solidFill>
                  <a:schemeClr val="tx1">
                    <a:tint val="75000"/>
                  </a:schemeClr>
                </a:solidFill>
              </a:defRPr>
            </a:lvl5pPr>
            <a:lvl6pPr marL="4356430" indent="0" algn="ctr">
              <a:buNone/>
              <a:defRPr>
                <a:solidFill>
                  <a:schemeClr val="tx1">
                    <a:tint val="75000"/>
                  </a:schemeClr>
                </a:solidFill>
              </a:defRPr>
            </a:lvl6pPr>
            <a:lvl7pPr marL="5227716" indent="0" algn="ctr">
              <a:buNone/>
              <a:defRPr>
                <a:solidFill>
                  <a:schemeClr val="tx1">
                    <a:tint val="75000"/>
                  </a:schemeClr>
                </a:solidFill>
              </a:defRPr>
            </a:lvl7pPr>
            <a:lvl8pPr marL="6099002" indent="0" algn="ctr">
              <a:buNone/>
              <a:defRPr>
                <a:solidFill>
                  <a:schemeClr val="tx1">
                    <a:tint val="75000"/>
                  </a:schemeClr>
                </a:solidFill>
              </a:defRPr>
            </a:lvl8pPr>
            <a:lvl9pPr marL="697028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76492" y="8907084"/>
            <a:ext cx="14811647" cy="2752982"/>
          </a:xfrm>
        </p:spPr>
        <p:txBody>
          <a:bodyPr anchor="t"/>
          <a:lstStyle>
            <a:lvl1pPr algn="l">
              <a:defRPr sz="7623" b="1" cap="all"/>
            </a:lvl1pPr>
          </a:lstStyle>
          <a:p>
            <a:r>
              <a:rPr lang="en-US"/>
              <a:t>Click to edit Master title style</a:t>
            </a:r>
          </a:p>
        </p:txBody>
      </p:sp>
      <p:sp>
        <p:nvSpPr>
          <p:cNvPr id="3" name="Text Placeholder 2"/>
          <p:cNvSpPr>
            <a:spLocks noGrp="1"/>
          </p:cNvSpPr>
          <p:nvPr>
            <p:ph type="body" idx="1"/>
          </p:nvPr>
        </p:nvSpPr>
        <p:spPr>
          <a:xfrm>
            <a:off x="1376492" y="5874955"/>
            <a:ext cx="14811647" cy="3032129"/>
          </a:xfrm>
        </p:spPr>
        <p:txBody>
          <a:bodyPr anchor="b"/>
          <a:lstStyle>
            <a:lvl1pPr marL="0" indent="0">
              <a:buNone/>
              <a:defRPr sz="3811">
                <a:solidFill>
                  <a:schemeClr val="tx1">
                    <a:tint val="75000"/>
                  </a:schemeClr>
                </a:solidFill>
              </a:defRPr>
            </a:lvl1pPr>
            <a:lvl2pPr marL="871286" indent="0">
              <a:buNone/>
              <a:defRPr sz="3430">
                <a:solidFill>
                  <a:schemeClr val="tx1">
                    <a:tint val="75000"/>
                  </a:schemeClr>
                </a:solidFill>
              </a:defRPr>
            </a:lvl2pPr>
            <a:lvl3pPr marL="1742572" indent="0">
              <a:buNone/>
              <a:defRPr sz="3049">
                <a:solidFill>
                  <a:schemeClr val="tx1">
                    <a:tint val="75000"/>
                  </a:schemeClr>
                </a:solidFill>
              </a:defRPr>
            </a:lvl3pPr>
            <a:lvl4pPr marL="2613858" indent="0">
              <a:buNone/>
              <a:defRPr sz="2668">
                <a:solidFill>
                  <a:schemeClr val="tx1">
                    <a:tint val="75000"/>
                  </a:schemeClr>
                </a:solidFill>
              </a:defRPr>
            </a:lvl4pPr>
            <a:lvl5pPr marL="3485144" indent="0">
              <a:buNone/>
              <a:defRPr sz="2668">
                <a:solidFill>
                  <a:schemeClr val="tx1">
                    <a:tint val="75000"/>
                  </a:schemeClr>
                </a:solidFill>
              </a:defRPr>
            </a:lvl5pPr>
            <a:lvl6pPr marL="4356430" indent="0">
              <a:buNone/>
              <a:defRPr sz="2668">
                <a:solidFill>
                  <a:schemeClr val="tx1">
                    <a:tint val="75000"/>
                  </a:schemeClr>
                </a:solidFill>
              </a:defRPr>
            </a:lvl6pPr>
            <a:lvl7pPr marL="5227716" indent="0">
              <a:buNone/>
              <a:defRPr sz="2668">
                <a:solidFill>
                  <a:schemeClr val="tx1">
                    <a:tint val="75000"/>
                  </a:schemeClr>
                </a:solidFill>
              </a:defRPr>
            </a:lvl7pPr>
            <a:lvl8pPr marL="6099002" indent="0">
              <a:buNone/>
              <a:defRPr sz="2668">
                <a:solidFill>
                  <a:schemeClr val="tx1">
                    <a:tint val="75000"/>
                  </a:schemeClr>
                </a:solidFill>
              </a:defRPr>
            </a:lvl8pPr>
            <a:lvl9pPr marL="6970288" indent="0">
              <a:buNone/>
              <a:defRPr sz="266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71273" y="3234273"/>
            <a:ext cx="7696248" cy="9147730"/>
          </a:xfrm>
        </p:spPr>
        <p:txBody>
          <a:bodyPr/>
          <a:lstStyle>
            <a:lvl1pPr>
              <a:defRPr sz="5336"/>
            </a:lvl1pPr>
            <a:lvl2pPr>
              <a:defRPr sz="4574"/>
            </a:lvl2pPr>
            <a:lvl3pPr>
              <a:defRPr sz="3811"/>
            </a:lvl3pPr>
            <a:lvl4pPr>
              <a:defRPr sz="3430"/>
            </a:lvl4pPr>
            <a:lvl5pPr>
              <a:defRPr sz="3430"/>
            </a:lvl5pPr>
            <a:lvl6pPr>
              <a:defRPr sz="3430"/>
            </a:lvl6pPr>
            <a:lvl7pPr>
              <a:defRPr sz="3430"/>
            </a:lvl7pPr>
            <a:lvl8pPr>
              <a:defRPr sz="3430"/>
            </a:lvl8pPr>
            <a:lvl9pPr>
              <a:defRPr sz="343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857946" y="3234273"/>
            <a:ext cx="7696248" cy="9147730"/>
          </a:xfrm>
        </p:spPr>
        <p:txBody>
          <a:bodyPr/>
          <a:lstStyle>
            <a:lvl1pPr>
              <a:defRPr sz="5336"/>
            </a:lvl1pPr>
            <a:lvl2pPr>
              <a:defRPr sz="4574"/>
            </a:lvl2pPr>
            <a:lvl3pPr>
              <a:defRPr sz="3811"/>
            </a:lvl3pPr>
            <a:lvl4pPr>
              <a:defRPr sz="3430"/>
            </a:lvl4pPr>
            <a:lvl5pPr>
              <a:defRPr sz="3430"/>
            </a:lvl5pPr>
            <a:lvl6pPr>
              <a:defRPr sz="3430"/>
            </a:lvl6pPr>
            <a:lvl7pPr>
              <a:defRPr sz="3430"/>
            </a:lvl7pPr>
            <a:lvl8pPr>
              <a:defRPr sz="3430"/>
            </a:lvl8pPr>
            <a:lvl9pPr>
              <a:defRPr sz="343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71273" y="3102721"/>
            <a:ext cx="7699274" cy="1293066"/>
          </a:xfrm>
        </p:spPr>
        <p:txBody>
          <a:bodyPr anchor="b"/>
          <a:lstStyle>
            <a:lvl1pPr marL="0" indent="0">
              <a:buNone/>
              <a:defRPr sz="4574" b="1"/>
            </a:lvl1pPr>
            <a:lvl2pPr marL="871286" indent="0">
              <a:buNone/>
              <a:defRPr sz="3811" b="1"/>
            </a:lvl2pPr>
            <a:lvl3pPr marL="1742572" indent="0">
              <a:buNone/>
              <a:defRPr sz="3430" b="1"/>
            </a:lvl3pPr>
            <a:lvl4pPr marL="2613858" indent="0">
              <a:buNone/>
              <a:defRPr sz="3049" b="1"/>
            </a:lvl4pPr>
            <a:lvl5pPr marL="3485144" indent="0">
              <a:buNone/>
              <a:defRPr sz="3049" b="1"/>
            </a:lvl5pPr>
            <a:lvl6pPr marL="4356430" indent="0">
              <a:buNone/>
              <a:defRPr sz="3049" b="1"/>
            </a:lvl6pPr>
            <a:lvl7pPr marL="5227716" indent="0">
              <a:buNone/>
              <a:defRPr sz="3049" b="1"/>
            </a:lvl7pPr>
            <a:lvl8pPr marL="6099002" indent="0">
              <a:buNone/>
              <a:defRPr sz="3049" b="1"/>
            </a:lvl8pPr>
            <a:lvl9pPr marL="6970288" indent="0">
              <a:buNone/>
              <a:defRPr sz="3049" b="1"/>
            </a:lvl9pPr>
          </a:lstStyle>
          <a:p>
            <a:pPr lvl="0"/>
            <a:r>
              <a:rPr lang="en-US"/>
              <a:t>Click to edit Master text styles</a:t>
            </a:r>
          </a:p>
        </p:txBody>
      </p:sp>
      <p:sp>
        <p:nvSpPr>
          <p:cNvPr id="4" name="Content Placeholder 3"/>
          <p:cNvSpPr>
            <a:spLocks noGrp="1"/>
          </p:cNvSpPr>
          <p:nvPr>
            <p:ph sz="half" idx="2"/>
          </p:nvPr>
        </p:nvSpPr>
        <p:spPr>
          <a:xfrm>
            <a:off x="871273" y="4395787"/>
            <a:ext cx="7699274" cy="7986215"/>
          </a:xfrm>
        </p:spPr>
        <p:txBody>
          <a:bodyPr/>
          <a:lstStyle>
            <a:lvl1pPr>
              <a:defRPr sz="4574"/>
            </a:lvl1pPr>
            <a:lvl2pPr>
              <a:defRPr sz="3811"/>
            </a:lvl2pPr>
            <a:lvl3pPr>
              <a:defRPr sz="3430"/>
            </a:lvl3pPr>
            <a:lvl4pPr>
              <a:defRPr sz="3049"/>
            </a:lvl4pPr>
            <a:lvl5pPr>
              <a:defRPr sz="3049"/>
            </a:lvl5pPr>
            <a:lvl6pPr>
              <a:defRPr sz="3049"/>
            </a:lvl6pPr>
            <a:lvl7pPr>
              <a:defRPr sz="3049"/>
            </a:lvl7pPr>
            <a:lvl8pPr>
              <a:defRPr sz="3049"/>
            </a:lvl8pPr>
            <a:lvl9pPr>
              <a:defRPr sz="30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8851896" y="3102721"/>
            <a:ext cx="7702299" cy="1293066"/>
          </a:xfrm>
        </p:spPr>
        <p:txBody>
          <a:bodyPr anchor="b"/>
          <a:lstStyle>
            <a:lvl1pPr marL="0" indent="0">
              <a:buNone/>
              <a:defRPr sz="4574" b="1"/>
            </a:lvl1pPr>
            <a:lvl2pPr marL="871286" indent="0">
              <a:buNone/>
              <a:defRPr sz="3811" b="1"/>
            </a:lvl2pPr>
            <a:lvl3pPr marL="1742572" indent="0">
              <a:buNone/>
              <a:defRPr sz="3430" b="1"/>
            </a:lvl3pPr>
            <a:lvl4pPr marL="2613858" indent="0">
              <a:buNone/>
              <a:defRPr sz="3049" b="1"/>
            </a:lvl4pPr>
            <a:lvl5pPr marL="3485144" indent="0">
              <a:buNone/>
              <a:defRPr sz="3049" b="1"/>
            </a:lvl5pPr>
            <a:lvl6pPr marL="4356430" indent="0">
              <a:buNone/>
              <a:defRPr sz="3049" b="1"/>
            </a:lvl6pPr>
            <a:lvl7pPr marL="5227716" indent="0">
              <a:buNone/>
              <a:defRPr sz="3049" b="1"/>
            </a:lvl7pPr>
            <a:lvl8pPr marL="6099002" indent="0">
              <a:buNone/>
              <a:defRPr sz="3049" b="1"/>
            </a:lvl8pPr>
            <a:lvl9pPr marL="6970288" indent="0">
              <a:buNone/>
              <a:defRPr sz="3049" b="1"/>
            </a:lvl9pPr>
          </a:lstStyle>
          <a:p>
            <a:pPr lvl="0"/>
            <a:r>
              <a:rPr lang="en-US"/>
              <a:t>Click to edit Master text styles</a:t>
            </a:r>
          </a:p>
        </p:txBody>
      </p:sp>
      <p:sp>
        <p:nvSpPr>
          <p:cNvPr id="6" name="Content Placeholder 5"/>
          <p:cNvSpPr>
            <a:spLocks noGrp="1"/>
          </p:cNvSpPr>
          <p:nvPr>
            <p:ph sz="quarter" idx="4"/>
          </p:nvPr>
        </p:nvSpPr>
        <p:spPr>
          <a:xfrm>
            <a:off x="8851896" y="4395787"/>
            <a:ext cx="7702299" cy="7986215"/>
          </a:xfrm>
        </p:spPr>
        <p:txBody>
          <a:bodyPr/>
          <a:lstStyle>
            <a:lvl1pPr>
              <a:defRPr sz="4574"/>
            </a:lvl1pPr>
            <a:lvl2pPr>
              <a:defRPr sz="3811"/>
            </a:lvl2pPr>
            <a:lvl3pPr>
              <a:defRPr sz="3430"/>
            </a:lvl3pPr>
            <a:lvl4pPr>
              <a:defRPr sz="3049"/>
            </a:lvl4pPr>
            <a:lvl5pPr>
              <a:defRPr sz="3049"/>
            </a:lvl5pPr>
            <a:lvl6pPr>
              <a:defRPr sz="3049"/>
            </a:lvl6pPr>
            <a:lvl7pPr>
              <a:defRPr sz="3049"/>
            </a:lvl7pPr>
            <a:lvl8pPr>
              <a:defRPr sz="3049"/>
            </a:lvl8pPr>
            <a:lvl9pPr>
              <a:defRPr sz="30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1274" y="551880"/>
            <a:ext cx="5732859" cy="2348698"/>
          </a:xfrm>
        </p:spPr>
        <p:txBody>
          <a:bodyPr anchor="b"/>
          <a:lstStyle>
            <a:lvl1pPr algn="l">
              <a:defRPr sz="3811" b="1"/>
            </a:lvl1pPr>
          </a:lstStyle>
          <a:p>
            <a:r>
              <a:rPr lang="en-US"/>
              <a:t>Click to edit Master title style</a:t>
            </a:r>
          </a:p>
        </p:txBody>
      </p:sp>
      <p:sp>
        <p:nvSpPr>
          <p:cNvPr id="3" name="Content Placeholder 2"/>
          <p:cNvSpPr>
            <a:spLocks noGrp="1"/>
          </p:cNvSpPr>
          <p:nvPr>
            <p:ph idx="1"/>
          </p:nvPr>
        </p:nvSpPr>
        <p:spPr>
          <a:xfrm>
            <a:off x="6812874" y="551881"/>
            <a:ext cx="9741320" cy="11830122"/>
          </a:xfrm>
        </p:spPr>
        <p:txBody>
          <a:bodyPr/>
          <a:lstStyle>
            <a:lvl1pPr>
              <a:defRPr sz="6098"/>
            </a:lvl1pPr>
            <a:lvl2pPr>
              <a:defRPr sz="5336"/>
            </a:lvl2pPr>
            <a:lvl3pPr>
              <a:defRPr sz="4574"/>
            </a:lvl3pPr>
            <a:lvl4pPr>
              <a:defRPr sz="3811"/>
            </a:lvl4pPr>
            <a:lvl5pPr>
              <a:defRPr sz="3811"/>
            </a:lvl5pPr>
            <a:lvl6pPr>
              <a:defRPr sz="3811"/>
            </a:lvl6pPr>
            <a:lvl7pPr>
              <a:defRPr sz="3811"/>
            </a:lvl7pPr>
            <a:lvl8pPr>
              <a:defRPr sz="3811"/>
            </a:lvl8pPr>
            <a:lvl9pPr>
              <a:defRPr sz="381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71274" y="2900579"/>
            <a:ext cx="5732859" cy="9481424"/>
          </a:xfrm>
        </p:spPr>
        <p:txBody>
          <a:bodyPr/>
          <a:lstStyle>
            <a:lvl1pPr marL="0" indent="0">
              <a:buNone/>
              <a:defRPr sz="2668"/>
            </a:lvl1pPr>
            <a:lvl2pPr marL="871286" indent="0">
              <a:buNone/>
              <a:defRPr sz="2287"/>
            </a:lvl2pPr>
            <a:lvl3pPr marL="1742572" indent="0">
              <a:buNone/>
              <a:defRPr sz="1906"/>
            </a:lvl3pPr>
            <a:lvl4pPr marL="2613858" indent="0">
              <a:buNone/>
              <a:defRPr sz="1715"/>
            </a:lvl4pPr>
            <a:lvl5pPr marL="3485144" indent="0">
              <a:buNone/>
              <a:defRPr sz="1715"/>
            </a:lvl5pPr>
            <a:lvl6pPr marL="4356430" indent="0">
              <a:buNone/>
              <a:defRPr sz="1715"/>
            </a:lvl6pPr>
            <a:lvl7pPr marL="5227716" indent="0">
              <a:buNone/>
              <a:defRPr sz="1715"/>
            </a:lvl7pPr>
            <a:lvl8pPr marL="6099002" indent="0">
              <a:buNone/>
              <a:defRPr sz="1715"/>
            </a:lvl8pPr>
            <a:lvl9pPr marL="6970288" indent="0">
              <a:buNone/>
              <a:defRPr sz="171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15514" y="9702817"/>
            <a:ext cx="10455280" cy="1145472"/>
          </a:xfrm>
        </p:spPr>
        <p:txBody>
          <a:bodyPr anchor="b"/>
          <a:lstStyle>
            <a:lvl1pPr algn="l">
              <a:defRPr sz="3811" b="1"/>
            </a:lvl1pPr>
          </a:lstStyle>
          <a:p>
            <a:r>
              <a:rPr lang="en-US"/>
              <a:t>Click to edit Master title style</a:t>
            </a:r>
          </a:p>
        </p:txBody>
      </p:sp>
      <p:sp>
        <p:nvSpPr>
          <p:cNvPr id="3" name="Picture Placeholder 2"/>
          <p:cNvSpPr>
            <a:spLocks noGrp="1"/>
          </p:cNvSpPr>
          <p:nvPr>
            <p:ph type="pic" idx="1"/>
          </p:nvPr>
        </p:nvSpPr>
        <p:spPr>
          <a:xfrm>
            <a:off x="3415514" y="1238521"/>
            <a:ext cx="10455280" cy="8316700"/>
          </a:xfrm>
        </p:spPr>
        <p:txBody>
          <a:bodyPr/>
          <a:lstStyle>
            <a:lvl1pPr marL="0" indent="0">
              <a:buNone/>
              <a:defRPr sz="6098"/>
            </a:lvl1pPr>
            <a:lvl2pPr marL="871286" indent="0">
              <a:buNone/>
              <a:defRPr sz="5336"/>
            </a:lvl2pPr>
            <a:lvl3pPr marL="1742572" indent="0">
              <a:buNone/>
              <a:defRPr sz="4574"/>
            </a:lvl3pPr>
            <a:lvl4pPr marL="2613858" indent="0">
              <a:buNone/>
              <a:defRPr sz="3811"/>
            </a:lvl4pPr>
            <a:lvl5pPr marL="3485144" indent="0">
              <a:buNone/>
              <a:defRPr sz="3811"/>
            </a:lvl5pPr>
            <a:lvl6pPr marL="4356430" indent="0">
              <a:buNone/>
              <a:defRPr sz="3811"/>
            </a:lvl6pPr>
            <a:lvl7pPr marL="5227716" indent="0">
              <a:buNone/>
              <a:defRPr sz="3811"/>
            </a:lvl7pPr>
            <a:lvl8pPr marL="6099002" indent="0">
              <a:buNone/>
              <a:defRPr sz="3811"/>
            </a:lvl8pPr>
            <a:lvl9pPr marL="6970288" indent="0">
              <a:buNone/>
              <a:defRPr sz="3811"/>
            </a:lvl9pPr>
          </a:lstStyle>
          <a:p>
            <a:endParaRPr lang="en-US"/>
          </a:p>
        </p:txBody>
      </p:sp>
      <p:sp>
        <p:nvSpPr>
          <p:cNvPr id="4" name="Text Placeholder 3"/>
          <p:cNvSpPr>
            <a:spLocks noGrp="1"/>
          </p:cNvSpPr>
          <p:nvPr>
            <p:ph type="body" sz="half" idx="2"/>
          </p:nvPr>
        </p:nvSpPr>
        <p:spPr>
          <a:xfrm>
            <a:off x="3415514" y="10848290"/>
            <a:ext cx="10455280" cy="1626761"/>
          </a:xfrm>
        </p:spPr>
        <p:txBody>
          <a:bodyPr/>
          <a:lstStyle>
            <a:lvl1pPr marL="0" indent="0">
              <a:buNone/>
              <a:defRPr sz="2668"/>
            </a:lvl1pPr>
            <a:lvl2pPr marL="871286" indent="0">
              <a:buNone/>
              <a:defRPr sz="2287"/>
            </a:lvl2pPr>
            <a:lvl3pPr marL="1742572" indent="0">
              <a:buNone/>
              <a:defRPr sz="1906"/>
            </a:lvl3pPr>
            <a:lvl4pPr marL="2613858" indent="0">
              <a:buNone/>
              <a:defRPr sz="1715"/>
            </a:lvl4pPr>
            <a:lvl5pPr marL="3485144" indent="0">
              <a:buNone/>
              <a:defRPr sz="1715"/>
            </a:lvl5pPr>
            <a:lvl6pPr marL="4356430" indent="0">
              <a:buNone/>
              <a:defRPr sz="1715"/>
            </a:lvl6pPr>
            <a:lvl7pPr marL="5227716" indent="0">
              <a:buNone/>
              <a:defRPr sz="1715"/>
            </a:lvl7pPr>
            <a:lvl8pPr marL="6099002" indent="0">
              <a:buNone/>
              <a:defRPr sz="1715"/>
            </a:lvl8pPr>
            <a:lvl9pPr marL="6970288" indent="0">
              <a:buNone/>
              <a:defRPr sz="171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633464" y="555090"/>
            <a:ext cx="3920730" cy="118269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71273" y="555090"/>
            <a:ext cx="11471766" cy="11826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71273" y="555089"/>
            <a:ext cx="15682921" cy="231019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71273" y="3234273"/>
            <a:ext cx="15682921" cy="914773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71274" y="12847249"/>
            <a:ext cx="4065942" cy="737979"/>
          </a:xfrm>
          <a:prstGeom prst="rect">
            <a:avLst/>
          </a:prstGeom>
        </p:spPr>
        <p:txBody>
          <a:bodyPr vert="horz" lIns="91440" tIns="45720" rIns="91440" bIns="45720" rtlCol="0" anchor="ctr"/>
          <a:lstStyle>
            <a:lvl1pPr algn="l">
              <a:defRPr sz="2287">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5953701" y="12847249"/>
            <a:ext cx="5518065" cy="737979"/>
          </a:xfrm>
          <a:prstGeom prst="rect">
            <a:avLst/>
          </a:prstGeom>
        </p:spPr>
        <p:txBody>
          <a:bodyPr vert="horz" lIns="91440" tIns="45720" rIns="91440" bIns="45720" rtlCol="0" anchor="ctr"/>
          <a:lstStyle>
            <a:lvl1pPr algn="ctr">
              <a:defRPr sz="2287">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488252" y="12847249"/>
            <a:ext cx="4065942" cy="737979"/>
          </a:xfrm>
          <a:prstGeom prst="rect">
            <a:avLst/>
          </a:prstGeom>
        </p:spPr>
        <p:txBody>
          <a:bodyPr vert="horz" lIns="91440" tIns="45720" rIns="91440" bIns="45720" rtlCol="0" anchor="ctr"/>
          <a:lstStyle>
            <a:lvl1pPr algn="r">
              <a:defRPr sz="2287">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742572" rtl="0" eaLnBrk="1" latinLnBrk="0" hangingPunct="1">
        <a:spcBef>
          <a:spcPct val="0"/>
        </a:spcBef>
        <a:buNone/>
        <a:defRPr sz="8385" kern="1200">
          <a:solidFill>
            <a:schemeClr val="tx1"/>
          </a:solidFill>
          <a:latin typeface="+mj-lt"/>
          <a:ea typeface="+mj-ea"/>
          <a:cs typeface="+mj-cs"/>
        </a:defRPr>
      </a:lvl1pPr>
    </p:titleStyle>
    <p:bodyStyle>
      <a:lvl1pPr marL="653465" indent="-653465" algn="l" defTabSz="1742572" rtl="0" eaLnBrk="1" latinLnBrk="0" hangingPunct="1">
        <a:spcBef>
          <a:spcPct val="20000"/>
        </a:spcBef>
        <a:buFont typeface="Arial" pitchFamily="34" charset="0"/>
        <a:buChar char="•"/>
        <a:defRPr sz="6098" kern="1200">
          <a:solidFill>
            <a:schemeClr val="tx1"/>
          </a:solidFill>
          <a:latin typeface="+mn-lt"/>
          <a:ea typeface="+mn-ea"/>
          <a:cs typeface="+mn-cs"/>
        </a:defRPr>
      </a:lvl1pPr>
      <a:lvl2pPr marL="1415840" indent="-544554" algn="l" defTabSz="1742572" rtl="0" eaLnBrk="1" latinLnBrk="0" hangingPunct="1">
        <a:spcBef>
          <a:spcPct val="20000"/>
        </a:spcBef>
        <a:buFont typeface="Arial" pitchFamily="34" charset="0"/>
        <a:buChar char="–"/>
        <a:defRPr sz="5336" kern="1200">
          <a:solidFill>
            <a:schemeClr val="tx1"/>
          </a:solidFill>
          <a:latin typeface="+mn-lt"/>
          <a:ea typeface="+mn-ea"/>
          <a:cs typeface="+mn-cs"/>
        </a:defRPr>
      </a:lvl2pPr>
      <a:lvl3pPr marL="2178215" indent="-435643" algn="l" defTabSz="1742572" rtl="0" eaLnBrk="1" latinLnBrk="0" hangingPunct="1">
        <a:spcBef>
          <a:spcPct val="20000"/>
        </a:spcBef>
        <a:buFont typeface="Arial" pitchFamily="34" charset="0"/>
        <a:buChar char="•"/>
        <a:defRPr sz="4574" kern="1200">
          <a:solidFill>
            <a:schemeClr val="tx1"/>
          </a:solidFill>
          <a:latin typeface="+mn-lt"/>
          <a:ea typeface="+mn-ea"/>
          <a:cs typeface="+mn-cs"/>
        </a:defRPr>
      </a:lvl3pPr>
      <a:lvl4pPr marL="3049501" indent="-435643" algn="l" defTabSz="1742572" rtl="0" eaLnBrk="1" latinLnBrk="0" hangingPunct="1">
        <a:spcBef>
          <a:spcPct val="20000"/>
        </a:spcBef>
        <a:buFont typeface="Arial" pitchFamily="34" charset="0"/>
        <a:buChar char="–"/>
        <a:defRPr sz="3811" kern="1200">
          <a:solidFill>
            <a:schemeClr val="tx1"/>
          </a:solidFill>
          <a:latin typeface="+mn-lt"/>
          <a:ea typeface="+mn-ea"/>
          <a:cs typeface="+mn-cs"/>
        </a:defRPr>
      </a:lvl4pPr>
      <a:lvl5pPr marL="3920787" indent="-435643" algn="l" defTabSz="1742572" rtl="0" eaLnBrk="1" latinLnBrk="0" hangingPunct="1">
        <a:spcBef>
          <a:spcPct val="20000"/>
        </a:spcBef>
        <a:buFont typeface="Arial" pitchFamily="34" charset="0"/>
        <a:buChar char="»"/>
        <a:defRPr sz="3811" kern="1200">
          <a:solidFill>
            <a:schemeClr val="tx1"/>
          </a:solidFill>
          <a:latin typeface="+mn-lt"/>
          <a:ea typeface="+mn-ea"/>
          <a:cs typeface="+mn-cs"/>
        </a:defRPr>
      </a:lvl5pPr>
      <a:lvl6pPr marL="4792073" indent="-435643" algn="l" defTabSz="1742572" rtl="0" eaLnBrk="1" latinLnBrk="0" hangingPunct="1">
        <a:spcBef>
          <a:spcPct val="20000"/>
        </a:spcBef>
        <a:buFont typeface="Arial" pitchFamily="34" charset="0"/>
        <a:buChar char="•"/>
        <a:defRPr sz="3811" kern="1200">
          <a:solidFill>
            <a:schemeClr val="tx1"/>
          </a:solidFill>
          <a:latin typeface="+mn-lt"/>
          <a:ea typeface="+mn-ea"/>
          <a:cs typeface="+mn-cs"/>
        </a:defRPr>
      </a:lvl6pPr>
      <a:lvl7pPr marL="5663359" indent="-435643" algn="l" defTabSz="1742572" rtl="0" eaLnBrk="1" latinLnBrk="0" hangingPunct="1">
        <a:spcBef>
          <a:spcPct val="20000"/>
        </a:spcBef>
        <a:buFont typeface="Arial" pitchFamily="34" charset="0"/>
        <a:buChar char="•"/>
        <a:defRPr sz="3811" kern="1200">
          <a:solidFill>
            <a:schemeClr val="tx1"/>
          </a:solidFill>
          <a:latin typeface="+mn-lt"/>
          <a:ea typeface="+mn-ea"/>
          <a:cs typeface="+mn-cs"/>
        </a:defRPr>
      </a:lvl7pPr>
      <a:lvl8pPr marL="6534645" indent="-435643" algn="l" defTabSz="1742572" rtl="0" eaLnBrk="1" latinLnBrk="0" hangingPunct="1">
        <a:spcBef>
          <a:spcPct val="20000"/>
        </a:spcBef>
        <a:buFont typeface="Arial" pitchFamily="34" charset="0"/>
        <a:buChar char="•"/>
        <a:defRPr sz="3811" kern="1200">
          <a:solidFill>
            <a:schemeClr val="tx1"/>
          </a:solidFill>
          <a:latin typeface="+mn-lt"/>
          <a:ea typeface="+mn-ea"/>
          <a:cs typeface="+mn-cs"/>
        </a:defRPr>
      </a:lvl8pPr>
      <a:lvl9pPr marL="7405931" indent="-435643" algn="l" defTabSz="1742572" rtl="0" eaLnBrk="1" latinLnBrk="0" hangingPunct="1">
        <a:spcBef>
          <a:spcPct val="20000"/>
        </a:spcBef>
        <a:buFont typeface="Arial" pitchFamily="34" charset="0"/>
        <a:buChar char="•"/>
        <a:defRPr sz="3811" kern="1200">
          <a:solidFill>
            <a:schemeClr val="tx1"/>
          </a:solidFill>
          <a:latin typeface="+mn-lt"/>
          <a:ea typeface="+mn-ea"/>
          <a:cs typeface="+mn-cs"/>
        </a:defRPr>
      </a:lvl9pPr>
    </p:bodyStyle>
    <p:otherStyle>
      <a:defPPr>
        <a:defRPr lang="en-US"/>
      </a:defPPr>
      <a:lvl1pPr marL="0" algn="l" defTabSz="1742572" rtl="0" eaLnBrk="1" latinLnBrk="0" hangingPunct="1">
        <a:defRPr sz="3430" kern="1200">
          <a:solidFill>
            <a:schemeClr val="tx1"/>
          </a:solidFill>
          <a:latin typeface="+mn-lt"/>
          <a:ea typeface="+mn-ea"/>
          <a:cs typeface="+mn-cs"/>
        </a:defRPr>
      </a:lvl1pPr>
      <a:lvl2pPr marL="871286" algn="l" defTabSz="1742572" rtl="0" eaLnBrk="1" latinLnBrk="0" hangingPunct="1">
        <a:defRPr sz="3430" kern="1200">
          <a:solidFill>
            <a:schemeClr val="tx1"/>
          </a:solidFill>
          <a:latin typeface="+mn-lt"/>
          <a:ea typeface="+mn-ea"/>
          <a:cs typeface="+mn-cs"/>
        </a:defRPr>
      </a:lvl2pPr>
      <a:lvl3pPr marL="1742572" algn="l" defTabSz="1742572" rtl="0" eaLnBrk="1" latinLnBrk="0" hangingPunct="1">
        <a:defRPr sz="3430" kern="1200">
          <a:solidFill>
            <a:schemeClr val="tx1"/>
          </a:solidFill>
          <a:latin typeface="+mn-lt"/>
          <a:ea typeface="+mn-ea"/>
          <a:cs typeface="+mn-cs"/>
        </a:defRPr>
      </a:lvl3pPr>
      <a:lvl4pPr marL="2613858" algn="l" defTabSz="1742572" rtl="0" eaLnBrk="1" latinLnBrk="0" hangingPunct="1">
        <a:defRPr sz="3430" kern="1200">
          <a:solidFill>
            <a:schemeClr val="tx1"/>
          </a:solidFill>
          <a:latin typeface="+mn-lt"/>
          <a:ea typeface="+mn-ea"/>
          <a:cs typeface="+mn-cs"/>
        </a:defRPr>
      </a:lvl4pPr>
      <a:lvl5pPr marL="3485144" algn="l" defTabSz="1742572" rtl="0" eaLnBrk="1" latinLnBrk="0" hangingPunct="1">
        <a:defRPr sz="3430" kern="1200">
          <a:solidFill>
            <a:schemeClr val="tx1"/>
          </a:solidFill>
          <a:latin typeface="+mn-lt"/>
          <a:ea typeface="+mn-ea"/>
          <a:cs typeface="+mn-cs"/>
        </a:defRPr>
      </a:lvl5pPr>
      <a:lvl6pPr marL="4356430" algn="l" defTabSz="1742572" rtl="0" eaLnBrk="1" latinLnBrk="0" hangingPunct="1">
        <a:defRPr sz="3430" kern="1200">
          <a:solidFill>
            <a:schemeClr val="tx1"/>
          </a:solidFill>
          <a:latin typeface="+mn-lt"/>
          <a:ea typeface="+mn-ea"/>
          <a:cs typeface="+mn-cs"/>
        </a:defRPr>
      </a:lvl6pPr>
      <a:lvl7pPr marL="5227716" algn="l" defTabSz="1742572" rtl="0" eaLnBrk="1" latinLnBrk="0" hangingPunct="1">
        <a:defRPr sz="3430" kern="1200">
          <a:solidFill>
            <a:schemeClr val="tx1"/>
          </a:solidFill>
          <a:latin typeface="+mn-lt"/>
          <a:ea typeface="+mn-ea"/>
          <a:cs typeface="+mn-cs"/>
        </a:defRPr>
      </a:lvl7pPr>
      <a:lvl8pPr marL="6099002" algn="l" defTabSz="1742572" rtl="0" eaLnBrk="1" latinLnBrk="0" hangingPunct="1">
        <a:defRPr sz="3430" kern="1200">
          <a:solidFill>
            <a:schemeClr val="tx1"/>
          </a:solidFill>
          <a:latin typeface="+mn-lt"/>
          <a:ea typeface="+mn-ea"/>
          <a:cs typeface="+mn-cs"/>
        </a:defRPr>
      </a:lvl8pPr>
      <a:lvl9pPr marL="6970288" algn="l" defTabSz="1742572" rtl="0" eaLnBrk="1" latinLnBrk="0" hangingPunct="1">
        <a:defRPr sz="34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chart" Target="../charts/char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4F37"/>
        </a:solidFill>
        <a:effectLst/>
      </p:bgPr>
    </p:bg>
    <p:spTree>
      <p:nvGrpSpPr>
        <p:cNvPr id="1" name=""/>
        <p:cNvGrpSpPr/>
        <p:nvPr/>
      </p:nvGrpSpPr>
      <p:grpSpPr>
        <a:xfrm>
          <a:off x="0" y="0"/>
          <a:ext cx="0" cy="0"/>
          <a:chOff x="0" y="0"/>
          <a:chExt cx="0" cy="0"/>
        </a:xfrm>
      </p:grpSpPr>
      <p:grpSp>
        <p:nvGrpSpPr>
          <p:cNvPr id="2" name="Group 2"/>
          <p:cNvGrpSpPr/>
          <p:nvPr/>
        </p:nvGrpSpPr>
        <p:grpSpPr>
          <a:xfrm>
            <a:off x="-234721" y="36779527"/>
            <a:ext cx="29324843" cy="6461592"/>
            <a:chOff x="0" y="0"/>
            <a:chExt cx="3032124" cy="607578"/>
          </a:xfrm>
        </p:grpSpPr>
        <p:sp>
          <p:nvSpPr>
            <p:cNvPr id="3" name="Freeform 3"/>
            <p:cNvSpPr/>
            <p:nvPr/>
          </p:nvSpPr>
          <p:spPr>
            <a:xfrm>
              <a:off x="0" y="0"/>
              <a:ext cx="3032124" cy="607578"/>
            </a:xfrm>
            <a:custGeom>
              <a:avLst/>
              <a:gdLst/>
              <a:ahLst/>
              <a:cxnLst/>
              <a:rect l="l" t="t" r="r" b="b"/>
              <a:pathLst>
                <a:path w="3032124" h="607578">
                  <a:moveTo>
                    <a:pt x="0" y="0"/>
                  </a:moveTo>
                  <a:lnTo>
                    <a:pt x="3032124" y="0"/>
                  </a:lnTo>
                  <a:lnTo>
                    <a:pt x="3032124" y="607578"/>
                  </a:lnTo>
                  <a:lnTo>
                    <a:pt x="0" y="607578"/>
                  </a:lnTo>
                  <a:close/>
                </a:path>
              </a:pathLst>
            </a:custGeom>
            <a:solidFill>
              <a:srgbClr val="10E68E"/>
            </a:solidFill>
            <a:ln cap="sq">
              <a:noFill/>
              <a:prstDash val="solid"/>
              <a:miter/>
            </a:ln>
          </p:spPr>
          <p:txBody>
            <a:bodyPr/>
            <a:lstStyle/>
            <a:p>
              <a:endParaRPr lang="pt-BR" sz="6769"/>
            </a:p>
          </p:txBody>
        </p:sp>
        <p:sp>
          <p:nvSpPr>
            <p:cNvPr id="4" name="TextBox 4"/>
            <p:cNvSpPr txBox="1"/>
            <p:nvPr/>
          </p:nvSpPr>
          <p:spPr>
            <a:xfrm>
              <a:off x="0" y="-47625"/>
              <a:ext cx="3032124" cy="655203"/>
            </a:xfrm>
            <a:prstGeom prst="rect">
              <a:avLst/>
            </a:prstGeom>
          </p:spPr>
          <p:txBody>
            <a:bodyPr lIns="88932" tIns="88932" rIns="88932" bIns="88932" rtlCol="0" anchor="ctr"/>
            <a:lstStyle/>
            <a:p>
              <a:pPr algn="ctr">
                <a:lnSpc>
                  <a:spcPts val="7596"/>
                </a:lnSpc>
                <a:spcBef>
                  <a:spcPct val="0"/>
                </a:spcBef>
              </a:pPr>
              <a:endParaRPr sz="6769"/>
            </a:p>
          </p:txBody>
        </p:sp>
      </p:grpSp>
      <p:sp>
        <p:nvSpPr>
          <p:cNvPr id="5" name="Freeform 5"/>
          <p:cNvSpPr/>
          <p:nvPr/>
        </p:nvSpPr>
        <p:spPr>
          <a:xfrm>
            <a:off x="3163237" y="34829695"/>
            <a:ext cx="22769151" cy="14311010"/>
          </a:xfrm>
          <a:custGeom>
            <a:avLst/>
            <a:gdLst/>
            <a:ahLst/>
            <a:cxnLst/>
            <a:rect l="l" t="t" r="r" b="b"/>
            <a:pathLst>
              <a:path w="11948094" h="7509691">
                <a:moveTo>
                  <a:pt x="0" y="0"/>
                </a:moveTo>
                <a:lnTo>
                  <a:pt x="11948094" y="0"/>
                </a:lnTo>
                <a:lnTo>
                  <a:pt x="11948094" y="7509692"/>
                </a:lnTo>
                <a:lnTo>
                  <a:pt x="0" y="7509692"/>
                </a:lnTo>
                <a:lnTo>
                  <a:pt x="0" y="0"/>
                </a:lnTo>
                <a:close/>
              </a:path>
            </a:pathLst>
          </a:custGeom>
          <a:blipFill>
            <a:blip r:embed="rId2"/>
            <a:stretch>
              <a:fillRect b="-48959"/>
            </a:stretch>
          </a:blipFill>
        </p:spPr>
        <p:txBody>
          <a:bodyPr/>
          <a:lstStyle/>
          <a:p>
            <a:endParaRPr lang="pt-BR" sz="6769"/>
          </a:p>
        </p:txBody>
      </p:sp>
      <p:grpSp>
        <p:nvGrpSpPr>
          <p:cNvPr id="6" name="Group 6"/>
          <p:cNvGrpSpPr/>
          <p:nvPr/>
        </p:nvGrpSpPr>
        <p:grpSpPr>
          <a:xfrm>
            <a:off x="-234720" y="29306856"/>
            <a:ext cx="29304069" cy="9253255"/>
            <a:chOff x="0" y="0"/>
            <a:chExt cx="3163653" cy="870076"/>
          </a:xfrm>
        </p:grpSpPr>
        <p:sp>
          <p:nvSpPr>
            <p:cNvPr id="7" name="Freeform 7"/>
            <p:cNvSpPr/>
            <p:nvPr/>
          </p:nvSpPr>
          <p:spPr>
            <a:xfrm>
              <a:off x="0" y="0"/>
              <a:ext cx="3163653" cy="870076"/>
            </a:xfrm>
            <a:custGeom>
              <a:avLst/>
              <a:gdLst/>
              <a:ahLst/>
              <a:cxnLst/>
              <a:rect l="l" t="t" r="r" b="b"/>
              <a:pathLst>
                <a:path w="3163653" h="870076">
                  <a:moveTo>
                    <a:pt x="0" y="0"/>
                  </a:moveTo>
                  <a:lnTo>
                    <a:pt x="3163653" y="0"/>
                  </a:lnTo>
                  <a:lnTo>
                    <a:pt x="3163653" y="870076"/>
                  </a:lnTo>
                  <a:lnTo>
                    <a:pt x="0" y="870076"/>
                  </a:lnTo>
                  <a:close/>
                </a:path>
              </a:pathLst>
            </a:custGeom>
            <a:solidFill>
              <a:srgbClr val="044F37"/>
            </a:solidFill>
            <a:ln cap="sq">
              <a:noFill/>
              <a:prstDash val="solid"/>
              <a:miter/>
            </a:ln>
          </p:spPr>
          <p:txBody>
            <a:bodyPr/>
            <a:lstStyle/>
            <a:p>
              <a:endParaRPr lang="pt-BR" sz="6769"/>
            </a:p>
          </p:txBody>
        </p:sp>
        <p:sp>
          <p:nvSpPr>
            <p:cNvPr id="8" name="TextBox 8"/>
            <p:cNvSpPr txBox="1"/>
            <p:nvPr/>
          </p:nvSpPr>
          <p:spPr>
            <a:xfrm>
              <a:off x="0" y="-47625"/>
              <a:ext cx="3163653" cy="917701"/>
            </a:xfrm>
            <a:prstGeom prst="rect">
              <a:avLst/>
            </a:prstGeom>
          </p:spPr>
          <p:txBody>
            <a:bodyPr lIns="88932" tIns="88932" rIns="88932" bIns="88932" rtlCol="0" anchor="ctr"/>
            <a:lstStyle/>
            <a:p>
              <a:pPr>
                <a:lnSpc>
                  <a:spcPts val="7596"/>
                </a:lnSpc>
                <a:spcBef>
                  <a:spcPct val="0"/>
                </a:spcBef>
              </a:pPr>
              <a:endParaRPr sz="6769"/>
            </a:p>
          </p:txBody>
        </p:sp>
      </p:grpSp>
      <p:grpSp>
        <p:nvGrpSpPr>
          <p:cNvPr id="9" name="Group 9"/>
          <p:cNvGrpSpPr/>
          <p:nvPr/>
        </p:nvGrpSpPr>
        <p:grpSpPr>
          <a:xfrm>
            <a:off x="-234719" y="21516783"/>
            <a:ext cx="29324842" cy="8954039"/>
            <a:chOff x="0" y="0"/>
            <a:chExt cx="3225442" cy="841941"/>
          </a:xfrm>
        </p:grpSpPr>
        <p:sp>
          <p:nvSpPr>
            <p:cNvPr id="10" name="Freeform 10"/>
            <p:cNvSpPr/>
            <p:nvPr/>
          </p:nvSpPr>
          <p:spPr>
            <a:xfrm>
              <a:off x="0" y="0"/>
              <a:ext cx="3225442" cy="841941"/>
            </a:xfrm>
            <a:custGeom>
              <a:avLst/>
              <a:gdLst/>
              <a:ahLst/>
              <a:cxnLst/>
              <a:rect l="l" t="t" r="r" b="b"/>
              <a:pathLst>
                <a:path w="3225442" h="841941">
                  <a:moveTo>
                    <a:pt x="0" y="0"/>
                  </a:moveTo>
                  <a:lnTo>
                    <a:pt x="3225442" y="0"/>
                  </a:lnTo>
                  <a:lnTo>
                    <a:pt x="3225442" y="841941"/>
                  </a:lnTo>
                  <a:lnTo>
                    <a:pt x="0" y="841941"/>
                  </a:lnTo>
                  <a:close/>
                </a:path>
              </a:pathLst>
            </a:custGeom>
            <a:solidFill>
              <a:srgbClr val="023327"/>
            </a:solidFill>
            <a:ln cap="sq">
              <a:noFill/>
              <a:prstDash val="solid"/>
              <a:miter/>
            </a:ln>
          </p:spPr>
          <p:txBody>
            <a:bodyPr/>
            <a:lstStyle/>
            <a:p>
              <a:endParaRPr lang="pt-BR" sz="6769"/>
            </a:p>
          </p:txBody>
        </p:sp>
        <p:sp>
          <p:nvSpPr>
            <p:cNvPr id="11" name="TextBox 11"/>
            <p:cNvSpPr txBox="1"/>
            <p:nvPr/>
          </p:nvSpPr>
          <p:spPr>
            <a:xfrm>
              <a:off x="0" y="-47625"/>
              <a:ext cx="3225442" cy="889566"/>
            </a:xfrm>
            <a:prstGeom prst="rect">
              <a:avLst/>
            </a:prstGeom>
          </p:spPr>
          <p:txBody>
            <a:bodyPr lIns="88932" tIns="88932" rIns="88932" bIns="88932" rtlCol="0" anchor="ctr"/>
            <a:lstStyle/>
            <a:p>
              <a:pPr algn="ctr">
                <a:lnSpc>
                  <a:spcPts val="7596"/>
                </a:lnSpc>
                <a:spcBef>
                  <a:spcPct val="0"/>
                </a:spcBef>
              </a:pPr>
              <a:endParaRPr sz="6769"/>
            </a:p>
          </p:txBody>
        </p:sp>
      </p:grpSp>
      <p:grpSp>
        <p:nvGrpSpPr>
          <p:cNvPr id="12" name="Group 12"/>
          <p:cNvGrpSpPr/>
          <p:nvPr/>
        </p:nvGrpSpPr>
        <p:grpSpPr>
          <a:xfrm>
            <a:off x="-234720" y="16067865"/>
            <a:ext cx="29304069" cy="7866470"/>
            <a:chOff x="0" y="0"/>
            <a:chExt cx="3032124" cy="739677"/>
          </a:xfrm>
        </p:grpSpPr>
        <p:sp>
          <p:nvSpPr>
            <p:cNvPr id="13" name="Freeform 13"/>
            <p:cNvSpPr/>
            <p:nvPr/>
          </p:nvSpPr>
          <p:spPr>
            <a:xfrm>
              <a:off x="0" y="0"/>
              <a:ext cx="3032124" cy="739677"/>
            </a:xfrm>
            <a:custGeom>
              <a:avLst/>
              <a:gdLst/>
              <a:ahLst/>
              <a:cxnLst/>
              <a:rect l="l" t="t" r="r" b="b"/>
              <a:pathLst>
                <a:path w="3032124" h="739677">
                  <a:moveTo>
                    <a:pt x="0" y="0"/>
                  </a:moveTo>
                  <a:lnTo>
                    <a:pt x="3032124" y="0"/>
                  </a:lnTo>
                  <a:lnTo>
                    <a:pt x="3032124" y="739677"/>
                  </a:lnTo>
                  <a:lnTo>
                    <a:pt x="0" y="739677"/>
                  </a:lnTo>
                  <a:close/>
                </a:path>
              </a:pathLst>
            </a:custGeom>
            <a:solidFill>
              <a:srgbClr val="0B9E64"/>
            </a:solidFill>
            <a:ln cap="sq">
              <a:noFill/>
              <a:prstDash val="solid"/>
              <a:miter/>
            </a:ln>
          </p:spPr>
          <p:txBody>
            <a:bodyPr/>
            <a:lstStyle/>
            <a:p>
              <a:endParaRPr lang="pt-BR" sz="6769"/>
            </a:p>
          </p:txBody>
        </p:sp>
        <p:sp>
          <p:nvSpPr>
            <p:cNvPr id="14" name="TextBox 14"/>
            <p:cNvSpPr txBox="1"/>
            <p:nvPr/>
          </p:nvSpPr>
          <p:spPr>
            <a:xfrm>
              <a:off x="0" y="-47625"/>
              <a:ext cx="3032124" cy="787302"/>
            </a:xfrm>
            <a:prstGeom prst="rect">
              <a:avLst/>
            </a:prstGeom>
          </p:spPr>
          <p:txBody>
            <a:bodyPr lIns="88932" tIns="88932" rIns="88932" bIns="88932" rtlCol="0" anchor="ctr"/>
            <a:lstStyle/>
            <a:p>
              <a:pPr algn="ctr">
                <a:lnSpc>
                  <a:spcPts val="7596"/>
                </a:lnSpc>
                <a:spcBef>
                  <a:spcPct val="0"/>
                </a:spcBef>
              </a:pPr>
              <a:endParaRPr sz="6769"/>
            </a:p>
          </p:txBody>
        </p:sp>
      </p:grpSp>
      <p:grpSp>
        <p:nvGrpSpPr>
          <p:cNvPr id="15" name="Group 15"/>
          <p:cNvGrpSpPr/>
          <p:nvPr/>
        </p:nvGrpSpPr>
        <p:grpSpPr>
          <a:xfrm>
            <a:off x="-234719" y="7322639"/>
            <a:ext cx="29304069" cy="8719626"/>
            <a:chOff x="0" y="0"/>
            <a:chExt cx="3218728" cy="819899"/>
          </a:xfrm>
        </p:grpSpPr>
        <p:sp>
          <p:nvSpPr>
            <p:cNvPr id="16" name="Freeform 16"/>
            <p:cNvSpPr/>
            <p:nvPr/>
          </p:nvSpPr>
          <p:spPr>
            <a:xfrm>
              <a:off x="0" y="0"/>
              <a:ext cx="3218728" cy="819899"/>
            </a:xfrm>
            <a:custGeom>
              <a:avLst/>
              <a:gdLst/>
              <a:ahLst/>
              <a:cxnLst/>
              <a:rect l="l" t="t" r="r" b="b"/>
              <a:pathLst>
                <a:path w="3218728" h="819899">
                  <a:moveTo>
                    <a:pt x="0" y="0"/>
                  </a:moveTo>
                  <a:lnTo>
                    <a:pt x="3218728" y="0"/>
                  </a:lnTo>
                  <a:lnTo>
                    <a:pt x="3218728" y="819899"/>
                  </a:lnTo>
                  <a:lnTo>
                    <a:pt x="0" y="819899"/>
                  </a:lnTo>
                  <a:close/>
                </a:path>
              </a:pathLst>
            </a:custGeom>
            <a:solidFill>
              <a:srgbClr val="07734C"/>
            </a:solidFill>
            <a:ln cap="sq">
              <a:noFill/>
              <a:prstDash val="solid"/>
              <a:miter/>
            </a:ln>
          </p:spPr>
          <p:txBody>
            <a:bodyPr/>
            <a:lstStyle/>
            <a:p>
              <a:endParaRPr lang="pt-BR" sz="6769"/>
            </a:p>
          </p:txBody>
        </p:sp>
        <p:sp>
          <p:nvSpPr>
            <p:cNvPr id="17" name="TextBox 17"/>
            <p:cNvSpPr txBox="1"/>
            <p:nvPr/>
          </p:nvSpPr>
          <p:spPr>
            <a:xfrm>
              <a:off x="0" y="-47625"/>
              <a:ext cx="3218728" cy="867524"/>
            </a:xfrm>
            <a:prstGeom prst="rect">
              <a:avLst/>
            </a:prstGeom>
          </p:spPr>
          <p:txBody>
            <a:bodyPr lIns="88932" tIns="88932" rIns="88932" bIns="88932" rtlCol="0" anchor="ctr"/>
            <a:lstStyle/>
            <a:p>
              <a:pPr algn="ctr">
                <a:lnSpc>
                  <a:spcPts val="7596"/>
                </a:lnSpc>
                <a:spcBef>
                  <a:spcPct val="0"/>
                </a:spcBef>
              </a:pPr>
              <a:endParaRPr sz="6769"/>
            </a:p>
          </p:txBody>
        </p:sp>
      </p:grpSp>
      <p:grpSp>
        <p:nvGrpSpPr>
          <p:cNvPr id="18" name="Group 18"/>
          <p:cNvGrpSpPr/>
          <p:nvPr/>
        </p:nvGrpSpPr>
        <p:grpSpPr>
          <a:xfrm>
            <a:off x="-234719" y="-573881"/>
            <a:ext cx="29324841" cy="9050021"/>
            <a:chOff x="0" y="-47625"/>
            <a:chExt cx="2755436" cy="850966"/>
          </a:xfrm>
        </p:grpSpPr>
        <p:sp>
          <p:nvSpPr>
            <p:cNvPr id="19" name="Freeform 19"/>
            <p:cNvSpPr/>
            <p:nvPr/>
          </p:nvSpPr>
          <p:spPr>
            <a:xfrm>
              <a:off x="0" y="0"/>
              <a:ext cx="2755436" cy="803341"/>
            </a:xfrm>
            <a:custGeom>
              <a:avLst/>
              <a:gdLst/>
              <a:ahLst/>
              <a:cxnLst/>
              <a:rect l="l" t="t" r="r" b="b"/>
              <a:pathLst>
                <a:path w="2755436" h="803341">
                  <a:moveTo>
                    <a:pt x="0" y="0"/>
                  </a:moveTo>
                  <a:lnTo>
                    <a:pt x="2755436" y="0"/>
                  </a:lnTo>
                  <a:lnTo>
                    <a:pt x="2755436" y="803341"/>
                  </a:lnTo>
                  <a:lnTo>
                    <a:pt x="0" y="803341"/>
                  </a:lnTo>
                  <a:close/>
                </a:path>
              </a:pathLst>
            </a:custGeom>
            <a:solidFill>
              <a:srgbClr val="10E68E"/>
            </a:solidFill>
            <a:ln cap="sq">
              <a:noFill/>
              <a:prstDash val="solid"/>
              <a:miter/>
            </a:ln>
          </p:spPr>
          <p:txBody>
            <a:bodyPr/>
            <a:lstStyle/>
            <a:p>
              <a:endParaRPr lang="pt-BR" sz="6769"/>
            </a:p>
          </p:txBody>
        </p:sp>
        <p:sp>
          <p:nvSpPr>
            <p:cNvPr id="20" name="TextBox 20"/>
            <p:cNvSpPr txBox="1"/>
            <p:nvPr/>
          </p:nvSpPr>
          <p:spPr>
            <a:xfrm>
              <a:off x="0" y="-47625"/>
              <a:ext cx="2755436" cy="850966"/>
            </a:xfrm>
            <a:prstGeom prst="rect">
              <a:avLst/>
            </a:prstGeom>
          </p:spPr>
          <p:txBody>
            <a:bodyPr lIns="88932" tIns="88932" rIns="88932" bIns="88932" rtlCol="0" anchor="ctr"/>
            <a:lstStyle/>
            <a:p>
              <a:pPr algn="ctr">
                <a:lnSpc>
                  <a:spcPts val="7596"/>
                </a:lnSpc>
                <a:spcBef>
                  <a:spcPct val="0"/>
                </a:spcBef>
              </a:pPr>
              <a:endParaRPr sz="6769"/>
            </a:p>
          </p:txBody>
        </p:sp>
      </p:grpSp>
      <p:grpSp>
        <p:nvGrpSpPr>
          <p:cNvPr id="21" name="Group 21"/>
          <p:cNvGrpSpPr/>
          <p:nvPr/>
        </p:nvGrpSpPr>
        <p:grpSpPr>
          <a:xfrm rot="-5400000">
            <a:off x="11357327" y="13418418"/>
            <a:ext cx="20425133" cy="12527228"/>
            <a:chOff x="0" y="0"/>
            <a:chExt cx="1922704" cy="1176995"/>
          </a:xfrm>
        </p:grpSpPr>
        <p:sp>
          <p:nvSpPr>
            <p:cNvPr id="22" name="Freeform 22"/>
            <p:cNvSpPr/>
            <p:nvPr/>
          </p:nvSpPr>
          <p:spPr>
            <a:xfrm>
              <a:off x="0" y="0"/>
              <a:ext cx="1922704" cy="1176995"/>
            </a:xfrm>
            <a:custGeom>
              <a:avLst/>
              <a:gdLst/>
              <a:ahLst/>
              <a:cxnLst/>
              <a:rect l="l" t="t" r="r" b="b"/>
              <a:pathLst>
                <a:path w="1922704" h="1176995">
                  <a:moveTo>
                    <a:pt x="0" y="0"/>
                  </a:moveTo>
                  <a:lnTo>
                    <a:pt x="1922704" y="0"/>
                  </a:lnTo>
                  <a:lnTo>
                    <a:pt x="1922704" y="1176995"/>
                  </a:lnTo>
                  <a:lnTo>
                    <a:pt x="0" y="1176995"/>
                  </a:lnTo>
                  <a:close/>
                </a:path>
              </a:pathLst>
            </a:custGeom>
            <a:solidFill>
              <a:srgbClr val="FFFFFF"/>
            </a:solidFill>
            <a:ln w="19050" cap="sq">
              <a:solidFill>
                <a:srgbClr val="000000"/>
              </a:solidFill>
              <a:prstDash val="solid"/>
              <a:miter/>
            </a:ln>
          </p:spPr>
          <p:txBody>
            <a:bodyPr/>
            <a:lstStyle/>
            <a:p>
              <a:endParaRPr lang="pt-BR" sz="6769"/>
            </a:p>
          </p:txBody>
        </p:sp>
        <p:sp>
          <p:nvSpPr>
            <p:cNvPr id="23" name="TextBox 23"/>
            <p:cNvSpPr txBox="1"/>
            <p:nvPr/>
          </p:nvSpPr>
          <p:spPr>
            <a:xfrm>
              <a:off x="0" y="-47625"/>
              <a:ext cx="1922704" cy="1224620"/>
            </a:xfrm>
            <a:prstGeom prst="rect">
              <a:avLst/>
            </a:prstGeom>
          </p:spPr>
          <p:txBody>
            <a:bodyPr lIns="89001" tIns="89001" rIns="89001" bIns="89001" rtlCol="0" anchor="ctr"/>
            <a:lstStyle/>
            <a:p>
              <a:pPr algn="ctr">
                <a:lnSpc>
                  <a:spcPts val="7596"/>
                </a:lnSpc>
              </a:pPr>
              <a:endParaRPr sz="6769"/>
            </a:p>
          </p:txBody>
        </p:sp>
      </p:grpSp>
      <p:grpSp>
        <p:nvGrpSpPr>
          <p:cNvPr id="24" name="Group 24"/>
          <p:cNvGrpSpPr/>
          <p:nvPr/>
        </p:nvGrpSpPr>
        <p:grpSpPr>
          <a:xfrm>
            <a:off x="1002698" y="30288234"/>
            <a:ext cx="13848538" cy="7976109"/>
            <a:chOff x="0" y="0"/>
            <a:chExt cx="1302166" cy="820732"/>
          </a:xfrm>
        </p:grpSpPr>
        <p:sp>
          <p:nvSpPr>
            <p:cNvPr id="25" name="Freeform 25"/>
            <p:cNvSpPr/>
            <p:nvPr/>
          </p:nvSpPr>
          <p:spPr>
            <a:xfrm>
              <a:off x="0" y="0"/>
              <a:ext cx="1302166" cy="820732"/>
            </a:xfrm>
            <a:custGeom>
              <a:avLst/>
              <a:gdLst/>
              <a:ahLst/>
              <a:cxnLst/>
              <a:rect l="l" t="t" r="r" b="b"/>
              <a:pathLst>
                <a:path w="1302166" h="820732">
                  <a:moveTo>
                    <a:pt x="0" y="0"/>
                  </a:moveTo>
                  <a:lnTo>
                    <a:pt x="1302166" y="0"/>
                  </a:lnTo>
                  <a:lnTo>
                    <a:pt x="1302166" y="820732"/>
                  </a:lnTo>
                  <a:lnTo>
                    <a:pt x="0" y="820732"/>
                  </a:lnTo>
                  <a:close/>
                </a:path>
              </a:pathLst>
            </a:custGeom>
            <a:solidFill>
              <a:srgbClr val="FFFFFF"/>
            </a:solidFill>
            <a:ln w="19050" cap="sq">
              <a:solidFill>
                <a:srgbClr val="000000"/>
              </a:solidFill>
              <a:prstDash val="solid"/>
              <a:miter/>
            </a:ln>
          </p:spPr>
          <p:txBody>
            <a:bodyPr/>
            <a:lstStyle/>
            <a:p>
              <a:endParaRPr lang="pt-BR" sz="6769"/>
            </a:p>
          </p:txBody>
        </p:sp>
        <p:sp>
          <p:nvSpPr>
            <p:cNvPr id="26" name="TextBox 26"/>
            <p:cNvSpPr txBox="1"/>
            <p:nvPr/>
          </p:nvSpPr>
          <p:spPr>
            <a:xfrm>
              <a:off x="0" y="-47625"/>
              <a:ext cx="1302166" cy="868357"/>
            </a:xfrm>
            <a:prstGeom prst="rect">
              <a:avLst/>
            </a:prstGeom>
          </p:spPr>
          <p:txBody>
            <a:bodyPr lIns="88932" tIns="88932" rIns="88932" bIns="88932" rtlCol="0" anchor="ctr"/>
            <a:lstStyle/>
            <a:p>
              <a:pPr algn="ctr">
                <a:lnSpc>
                  <a:spcPts val="7596"/>
                </a:lnSpc>
              </a:pPr>
              <a:endParaRPr sz="6769"/>
            </a:p>
          </p:txBody>
        </p:sp>
      </p:grpSp>
      <p:grpSp>
        <p:nvGrpSpPr>
          <p:cNvPr id="27" name="Group 27"/>
          <p:cNvGrpSpPr/>
          <p:nvPr/>
        </p:nvGrpSpPr>
        <p:grpSpPr>
          <a:xfrm>
            <a:off x="15403306" y="30283229"/>
            <a:ext cx="12527228" cy="7981114"/>
            <a:chOff x="0" y="0"/>
            <a:chExt cx="8764870" cy="5371264"/>
          </a:xfrm>
        </p:grpSpPr>
        <p:grpSp>
          <p:nvGrpSpPr>
            <p:cNvPr id="28" name="Group 28"/>
            <p:cNvGrpSpPr/>
            <p:nvPr/>
          </p:nvGrpSpPr>
          <p:grpSpPr>
            <a:xfrm>
              <a:off x="0" y="0"/>
              <a:ext cx="8764870" cy="5371264"/>
              <a:chOff x="0" y="0"/>
              <a:chExt cx="1329056" cy="814469"/>
            </a:xfrm>
          </p:grpSpPr>
          <p:sp>
            <p:nvSpPr>
              <p:cNvPr id="29" name="Freeform 29"/>
              <p:cNvSpPr/>
              <p:nvPr/>
            </p:nvSpPr>
            <p:spPr>
              <a:xfrm>
                <a:off x="0" y="0"/>
                <a:ext cx="1329056" cy="814469"/>
              </a:xfrm>
              <a:custGeom>
                <a:avLst/>
                <a:gdLst/>
                <a:ahLst/>
                <a:cxnLst/>
                <a:rect l="l" t="t" r="r" b="b"/>
                <a:pathLst>
                  <a:path w="1329056" h="814469">
                    <a:moveTo>
                      <a:pt x="0" y="0"/>
                    </a:moveTo>
                    <a:lnTo>
                      <a:pt x="1329056" y="0"/>
                    </a:lnTo>
                    <a:lnTo>
                      <a:pt x="1329056" y="814469"/>
                    </a:lnTo>
                    <a:lnTo>
                      <a:pt x="0" y="814469"/>
                    </a:lnTo>
                    <a:close/>
                  </a:path>
                </a:pathLst>
              </a:custGeom>
              <a:solidFill>
                <a:srgbClr val="FFFFFF"/>
              </a:solidFill>
              <a:ln w="19050" cap="sq">
                <a:solidFill>
                  <a:srgbClr val="000000"/>
                </a:solidFill>
                <a:prstDash val="solid"/>
                <a:miter/>
              </a:ln>
            </p:spPr>
            <p:txBody>
              <a:bodyPr/>
              <a:lstStyle/>
              <a:p>
                <a:endParaRPr lang="pt-BR" sz="6769"/>
              </a:p>
            </p:txBody>
          </p:sp>
          <p:sp>
            <p:nvSpPr>
              <p:cNvPr id="30" name="TextBox 30"/>
              <p:cNvSpPr txBox="1"/>
              <p:nvPr/>
            </p:nvSpPr>
            <p:spPr>
              <a:xfrm>
                <a:off x="0" y="-47625"/>
                <a:ext cx="1329056" cy="862094"/>
              </a:xfrm>
              <a:prstGeom prst="rect">
                <a:avLst/>
              </a:prstGeom>
            </p:spPr>
            <p:txBody>
              <a:bodyPr lIns="96808" tIns="96808" rIns="96808" bIns="96808" rtlCol="0" anchor="ctr"/>
              <a:lstStyle/>
              <a:p>
                <a:pPr algn="ctr">
                  <a:lnSpc>
                    <a:spcPts val="7596"/>
                  </a:lnSpc>
                </a:pPr>
                <a:endParaRPr sz="6769"/>
              </a:p>
            </p:txBody>
          </p:sp>
        </p:grpSp>
        <p:sp>
          <p:nvSpPr>
            <p:cNvPr id="31" name="TextBox 31"/>
            <p:cNvSpPr txBox="1"/>
            <p:nvPr/>
          </p:nvSpPr>
          <p:spPr>
            <a:xfrm>
              <a:off x="1064599" y="235141"/>
              <a:ext cx="6635674" cy="433329"/>
            </a:xfrm>
            <a:prstGeom prst="rect">
              <a:avLst/>
            </a:prstGeom>
          </p:spPr>
          <p:txBody>
            <a:bodyPr lIns="0" tIns="0" rIns="0" bIns="0" rtlCol="0" anchor="t">
              <a:spAutoFit/>
            </a:bodyPr>
            <a:lstStyle/>
            <a:p>
              <a:pPr algn="ctr">
                <a:lnSpc>
                  <a:spcPts val="4810"/>
                </a:lnSpc>
              </a:pPr>
              <a:r>
                <a:rPr lang="en-US" sz="4762" b="1" spc="179">
                  <a:solidFill>
                    <a:srgbClr val="000000"/>
                  </a:solidFill>
                  <a:latin typeface="Open Sans 1 Bold"/>
                  <a:ea typeface="Open Sans 1 Bold"/>
                  <a:cs typeface="Open Sans 1 Bold"/>
                  <a:sym typeface="Open Sans 1 Bold"/>
                </a:rPr>
                <a:t>REFERÊNCIAS</a:t>
              </a:r>
            </a:p>
          </p:txBody>
        </p:sp>
      </p:grpSp>
      <p:sp>
        <p:nvSpPr>
          <p:cNvPr id="32" name="Freeform 32"/>
          <p:cNvSpPr/>
          <p:nvPr/>
        </p:nvSpPr>
        <p:spPr>
          <a:xfrm>
            <a:off x="-916543" y="1525353"/>
            <a:ext cx="8571184" cy="2454222"/>
          </a:xfrm>
          <a:custGeom>
            <a:avLst/>
            <a:gdLst/>
            <a:ahLst/>
            <a:cxnLst/>
            <a:rect l="l" t="t" r="r" b="b"/>
            <a:pathLst>
              <a:path w="4497722" h="1287851">
                <a:moveTo>
                  <a:pt x="0" y="0"/>
                </a:moveTo>
                <a:lnTo>
                  <a:pt x="4497722" y="0"/>
                </a:lnTo>
                <a:lnTo>
                  <a:pt x="4497722" y="1287851"/>
                </a:lnTo>
                <a:lnTo>
                  <a:pt x="0" y="1287851"/>
                </a:lnTo>
                <a:lnTo>
                  <a:pt x="0" y="0"/>
                </a:lnTo>
                <a:close/>
              </a:path>
            </a:pathLst>
          </a:custGeom>
          <a:blipFill>
            <a:blip r:embed="rId3"/>
            <a:stretch>
              <a:fillRect/>
            </a:stretch>
          </a:blipFill>
        </p:spPr>
        <p:txBody>
          <a:bodyPr/>
          <a:lstStyle/>
          <a:p>
            <a:endParaRPr lang="pt-BR" sz="6769"/>
          </a:p>
        </p:txBody>
      </p:sp>
      <p:sp>
        <p:nvSpPr>
          <p:cNvPr id="33" name="Freeform 33"/>
          <p:cNvSpPr/>
          <p:nvPr/>
        </p:nvSpPr>
        <p:spPr>
          <a:xfrm>
            <a:off x="-119903" y="-4871022"/>
            <a:ext cx="22769151" cy="14311010"/>
          </a:xfrm>
          <a:custGeom>
            <a:avLst/>
            <a:gdLst/>
            <a:ahLst/>
            <a:cxnLst/>
            <a:rect l="l" t="t" r="r" b="b"/>
            <a:pathLst>
              <a:path w="11948094" h="7509691">
                <a:moveTo>
                  <a:pt x="0" y="0"/>
                </a:moveTo>
                <a:lnTo>
                  <a:pt x="11948094" y="0"/>
                </a:lnTo>
                <a:lnTo>
                  <a:pt x="11948094" y="7509691"/>
                </a:lnTo>
                <a:lnTo>
                  <a:pt x="0" y="7509691"/>
                </a:lnTo>
                <a:lnTo>
                  <a:pt x="0" y="0"/>
                </a:lnTo>
                <a:close/>
              </a:path>
            </a:pathLst>
          </a:custGeom>
          <a:blipFill>
            <a:blip r:embed="rId2"/>
            <a:stretch>
              <a:fillRect b="-48959"/>
            </a:stretch>
          </a:blipFill>
        </p:spPr>
        <p:txBody>
          <a:bodyPr/>
          <a:lstStyle/>
          <a:p>
            <a:endParaRPr lang="pt-BR" sz="6769"/>
          </a:p>
        </p:txBody>
      </p:sp>
      <p:sp>
        <p:nvSpPr>
          <p:cNvPr id="34" name="Freeform 34"/>
          <p:cNvSpPr/>
          <p:nvPr/>
        </p:nvSpPr>
        <p:spPr>
          <a:xfrm>
            <a:off x="21014306" y="1712017"/>
            <a:ext cx="7228385" cy="2335060"/>
          </a:xfrm>
          <a:custGeom>
            <a:avLst/>
            <a:gdLst/>
            <a:ahLst/>
            <a:cxnLst/>
            <a:rect l="l" t="t" r="r" b="b"/>
            <a:pathLst>
              <a:path w="3793089" h="1225321">
                <a:moveTo>
                  <a:pt x="0" y="0"/>
                </a:moveTo>
                <a:lnTo>
                  <a:pt x="3793089" y="0"/>
                </a:lnTo>
                <a:lnTo>
                  <a:pt x="3793089" y="1225321"/>
                </a:lnTo>
                <a:lnTo>
                  <a:pt x="0" y="1225321"/>
                </a:lnTo>
                <a:lnTo>
                  <a:pt x="0" y="0"/>
                </a:lnTo>
                <a:close/>
              </a:path>
            </a:pathLst>
          </a:custGeom>
          <a:blipFill>
            <a:blip r:embed="rId4"/>
            <a:stretch>
              <a:fillRect/>
            </a:stretch>
          </a:blipFill>
        </p:spPr>
        <p:txBody>
          <a:bodyPr/>
          <a:lstStyle/>
          <a:p>
            <a:endParaRPr lang="pt-BR" sz="6769"/>
          </a:p>
        </p:txBody>
      </p:sp>
      <p:sp>
        <p:nvSpPr>
          <p:cNvPr id="36" name="TextBox 36"/>
          <p:cNvSpPr txBox="1"/>
          <p:nvPr/>
        </p:nvSpPr>
        <p:spPr>
          <a:xfrm>
            <a:off x="5432058" y="12099877"/>
            <a:ext cx="4989818" cy="658642"/>
          </a:xfrm>
          <a:prstGeom prst="rect">
            <a:avLst/>
          </a:prstGeom>
        </p:spPr>
        <p:txBody>
          <a:bodyPr lIns="0" tIns="0" rIns="0" bIns="0" rtlCol="0" anchor="t">
            <a:spAutoFit/>
          </a:bodyPr>
          <a:lstStyle/>
          <a:p>
            <a:pPr algn="ctr">
              <a:lnSpc>
                <a:spcPts val="5126"/>
              </a:lnSpc>
            </a:pPr>
            <a:r>
              <a:rPr lang="en-US" sz="5077" b="1" spc="192">
                <a:solidFill>
                  <a:srgbClr val="000000"/>
                </a:solidFill>
                <a:latin typeface="Open Sans 1 Bold"/>
                <a:ea typeface="Open Sans 1 Bold"/>
                <a:cs typeface="Open Sans 1 Bold"/>
                <a:sym typeface="Open Sans 1 Bold"/>
              </a:rPr>
              <a:t>INTRODUÇÃO</a:t>
            </a:r>
          </a:p>
        </p:txBody>
      </p:sp>
      <p:grpSp>
        <p:nvGrpSpPr>
          <p:cNvPr id="37" name="Group 37"/>
          <p:cNvGrpSpPr/>
          <p:nvPr/>
        </p:nvGrpSpPr>
        <p:grpSpPr>
          <a:xfrm rot="-5400000">
            <a:off x="2518127" y="7318030"/>
            <a:ext cx="10273028" cy="14430945"/>
            <a:chOff x="-6222" y="-47625"/>
            <a:chExt cx="965202" cy="1355859"/>
          </a:xfrm>
        </p:grpSpPr>
        <p:sp>
          <p:nvSpPr>
            <p:cNvPr id="38" name="Freeform 38"/>
            <p:cNvSpPr/>
            <p:nvPr/>
          </p:nvSpPr>
          <p:spPr>
            <a:xfrm>
              <a:off x="-6222" y="7095"/>
              <a:ext cx="958980" cy="1301139"/>
            </a:xfrm>
            <a:custGeom>
              <a:avLst/>
              <a:gdLst/>
              <a:ahLst/>
              <a:cxnLst/>
              <a:rect l="l" t="t" r="r" b="b"/>
              <a:pathLst>
                <a:path w="958980" h="1301139">
                  <a:moveTo>
                    <a:pt x="0" y="0"/>
                  </a:moveTo>
                  <a:lnTo>
                    <a:pt x="958980" y="0"/>
                  </a:lnTo>
                  <a:lnTo>
                    <a:pt x="958980" y="1301139"/>
                  </a:lnTo>
                  <a:lnTo>
                    <a:pt x="0" y="1301139"/>
                  </a:lnTo>
                  <a:close/>
                </a:path>
              </a:pathLst>
            </a:custGeom>
            <a:solidFill>
              <a:srgbClr val="FFFFFF"/>
            </a:solidFill>
            <a:ln w="19050" cap="sq">
              <a:solidFill>
                <a:srgbClr val="000000"/>
              </a:solidFill>
              <a:prstDash val="solid"/>
              <a:miter/>
            </a:ln>
          </p:spPr>
          <p:txBody>
            <a:bodyPr/>
            <a:lstStyle/>
            <a:p>
              <a:endParaRPr lang="pt-BR" sz="6769" dirty="0"/>
            </a:p>
          </p:txBody>
        </p:sp>
        <p:sp>
          <p:nvSpPr>
            <p:cNvPr id="39" name="TextBox 39"/>
            <p:cNvSpPr txBox="1"/>
            <p:nvPr/>
          </p:nvSpPr>
          <p:spPr>
            <a:xfrm>
              <a:off x="0" y="-47625"/>
              <a:ext cx="958980" cy="1348764"/>
            </a:xfrm>
            <a:prstGeom prst="rect">
              <a:avLst/>
            </a:prstGeom>
          </p:spPr>
          <p:txBody>
            <a:bodyPr lIns="89001" tIns="89001" rIns="89001" bIns="89001" rtlCol="0" anchor="ctr"/>
            <a:lstStyle/>
            <a:p>
              <a:pPr algn="ctr">
                <a:lnSpc>
                  <a:spcPts val="7596"/>
                </a:lnSpc>
              </a:pPr>
              <a:endParaRPr sz="6769"/>
            </a:p>
          </p:txBody>
        </p:sp>
      </p:grpSp>
      <p:grpSp>
        <p:nvGrpSpPr>
          <p:cNvPr id="40" name="Group 40"/>
          <p:cNvGrpSpPr/>
          <p:nvPr/>
        </p:nvGrpSpPr>
        <p:grpSpPr>
          <a:xfrm rot="-5400000">
            <a:off x="2944968" y="17988330"/>
            <a:ext cx="9963998" cy="13848538"/>
            <a:chOff x="0" y="0"/>
            <a:chExt cx="936167" cy="1301139"/>
          </a:xfrm>
        </p:grpSpPr>
        <p:sp>
          <p:nvSpPr>
            <p:cNvPr id="41" name="Freeform 41"/>
            <p:cNvSpPr/>
            <p:nvPr/>
          </p:nvSpPr>
          <p:spPr>
            <a:xfrm>
              <a:off x="0" y="0"/>
              <a:ext cx="936167" cy="1301139"/>
            </a:xfrm>
            <a:custGeom>
              <a:avLst/>
              <a:gdLst/>
              <a:ahLst/>
              <a:cxnLst/>
              <a:rect l="l" t="t" r="r" b="b"/>
              <a:pathLst>
                <a:path w="936167" h="1301139">
                  <a:moveTo>
                    <a:pt x="0" y="0"/>
                  </a:moveTo>
                  <a:lnTo>
                    <a:pt x="936167" y="0"/>
                  </a:lnTo>
                  <a:lnTo>
                    <a:pt x="936167" y="1301139"/>
                  </a:lnTo>
                  <a:lnTo>
                    <a:pt x="0" y="1301139"/>
                  </a:lnTo>
                  <a:close/>
                </a:path>
              </a:pathLst>
            </a:custGeom>
            <a:solidFill>
              <a:srgbClr val="FFFFFF"/>
            </a:solidFill>
            <a:ln w="19050" cap="sq">
              <a:solidFill>
                <a:srgbClr val="000000"/>
              </a:solidFill>
              <a:prstDash val="solid"/>
              <a:miter/>
            </a:ln>
          </p:spPr>
          <p:txBody>
            <a:bodyPr/>
            <a:lstStyle/>
            <a:p>
              <a:endParaRPr lang="pt-BR" sz="6769"/>
            </a:p>
          </p:txBody>
        </p:sp>
        <p:sp>
          <p:nvSpPr>
            <p:cNvPr id="42" name="TextBox 42"/>
            <p:cNvSpPr txBox="1"/>
            <p:nvPr/>
          </p:nvSpPr>
          <p:spPr>
            <a:xfrm>
              <a:off x="0" y="-47625"/>
              <a:ext cx="936167" cy="1348764"/>
            </a:xfrm>
            <a:prstGeom prst="rect">
              <a:avLst/>
            </a:prstGeom>
          </p:spPr>
          <p:txBody>
            <a:bodyPr lIns="89001" tIns="89001" rIns="89001" bIns="89001" rtlCol="0" anchor="ctr"/>
            <a:lstStyle/>
            <a:p>
              <a:pPr algn="ctr">
                <a:lnSpc>
                  <a:spcPts val="7596"/>
                </a:lnSpc>
              </a:pPr>
              <a:endParaRPr sz="6769"/>
            </a:p>
          </p:txBody>
        </p:sp>
      </p:grpSp>
      <p:sp>
        <p:nvSpPr>
          <p:cNvPr id="43" name="Freeform 43"/>
          <p:cNvSpPr/>
          <p:nvPr/>
        </p:nvSpPr>
        <p:spPr>
          <a:xfrm>
            <a:off x="22527251" y="36801439"/>
            <a:ext cx="5609093" cy="5642282"/>
          </a:xfrm>
          <a:custGeom>
            <a:avLst/>
            <a:gdLst/>
            <a:ahLst/>
            <a:cxnLst/>
            <a:rect l="l" t="t" r="r" b="b"/>
            <a:pathLst>
              <a:path w="2943367" h="2960783">
                <a:moveTo>
                  <a:pt x="0" y="0"/>
                </a:moveTo>
                <a:lnTo>
                  <a:pt x="2943367" y="0"/>
                </a:lnTo>
                <a:lnTo>
                  <a:pt x="2943367" y="2960784"/>
                </a:lnTo>
                <a:lnTo>
                  <a:pt x="0" y="2960784"/>
                </a:lnTo>
                <a:lnTo>
                  <a:pt x="0" y="0"/>
                </a:lnTo>
                <a:close/>
              </a:path>
            </a:pathLst>
          </a:custGeom>
          <a:blipFill>
            <a:blip r:embed="rId5"/>
            <a:stretch>
              <a:fillRect/>
            </a:stretch>
          </a:blipFill>
        </p:spPr>
        <p:txBody>
          <a:bodyPr/>
          <a:lstStyle/>
          <a:p>
            <a:endParaRPr lang="pt-BR" sz="6769"/>
          </a:p>
        </p:txBody>
      </p:sp>
      <p:sp>
        <p:nvSpPr>
          <p:cNvPr id="44" name="TextBox 44"/>
          <p:cNvSpPr txBox="1"/>
          <p:nvPr/>
        </p:nvSpPr>
        <p:spPr>
          <a:xfrm>
            <a:off x="9822336" y="4069333"/>
            <a:ext cx="9155752" cy="1484637"/>
          </a:xfrm>
          <a:prstGeom prst="rect">
            <a:avLst/>
          </a:prstGeom>
        </p:spPr>
        <p:txBody>
          <a:bodyPr wrap="square" lIns="0" tIns="0" rIns="0" bIns="0" rtlCol="0" anchor="t">
            <a:spAutoFit/>
          </a:bodyPr>
          <a:lstStyle/>
          <a:p>
            <a:pPr algn="ctr">
              <a:lnSpc>
                <a:spcPts val="11549"/>
              </a:lnSpc>
            </a:pPr>
            <a:r>
              <a:rPr lang="en-US" sz="11434" b="1" spc="433" dirty="0">
                <a:solidFill>
                  <a:srgbClr val="000000"/>
                </a:solidFill>
                <a:latin typeface="Open Sans 1 Bold"/>
                <a:ea typeface="Open Sans 1 Bold"/>
                <a:cs typeface="Open Sans 1 Bold"/>
                <a:sym typeface="Open Sans 1 Bold"/>
              </a:rPr>
              <a:t>APRENDER+</a:t>
            </a:r>
          </a:p>
        </p:txBody>
      </p:sp>
      <p:sp>
        <p:nvSpPr>
          <p:cNvPr id="45" name="TextBox 45"/>
          <p:cNvSpPr txBox="1"/>
          <p:nvPr/>
        </p:nvSpPr>
        <p:spPr>
          <a:xfrm>
            <a:off x="1928811" y="6000322"/>
            <a:ext cx="25731576" cy="1661289"/>
          </a:xfrm>
          <a:prstGeom prst="rect">
            <a:avLst/>
          </a:prstGeom>
        </p:spPr>
        <p:txBody>
          <a:bodyPr wrap="square" lIns="0" tIns="0" rIns="0" bIns="0" rtlCol="0" anchor="t">
            <a:spAutoFit/>
          </a:bodyPr>
          <a:lstStyle/>
          <a:p>
            <a:pPr algn="ctr">
              <a:lnSpc>
                <a:spcPts val="6668"/>
              </a:lnSpc>
            </a:pPr>
            <a:r>
              <a:rPr lang="en-US" sz="4762" b="1" dirty="0">
                <a:solidFill>
                  <a:srgbClr val="000000"/>
                </a:solidFill>
                <a:latin typeface="Open Sans 2 Bold"/>
                <a:ea typeface="Open Sans 2 Bold"/>
                <a:cs typeface="Open Sans 2 Bold"/>
                <a:sym typeface="Open Sans 2 Bold"/>
              </a:rPr>
              <a:t>Bruno Sales, Gabriel Barbosa, Mel Oliva, Rayna Guimarães</a:t>
            </a:r>
          </a:p>
          <a:p>
            <a:pPr algn="ctr">
              <a:lnSpc>
                <a:spcPts val="6668"/>
              </a:lnSpc>
            </a:pPr>
            <a:r>
              <a:rPr lang="en-US" sz="4762" b="1" dirty="0">
                <a:solidFill>
                  <a:srgbClr val="000000"/>
                </a:solidFill>
                <a:latin typeface="Open Sans 2 Bold"/>
                <a:ea typeface="Open Sans 2 Bold"/>
                <a:cs typeface="Open Sans 2 Bold"/>
                <a:sym typeface="Open Sans 2 Bold"/>
              </a:rPr>
              <a:t>Orientadores: </a:t>
            </a:r>
            <a:r>
              <a:rPr lang="pt-BR" sz="4762" dirty="0">
                <a:solidFill>
                  <a:srgbClr val="000000"/>
                </a:solidFill>
                <a:latin typeface="Open Sans 2" panose="020B0604020202020204" charset="0"/>
                <a:ea typeface="Open Sans 2" panose="020B0604020202020204" charset="0"/>
                <a:cs typeface="Open Sans 2" panose="020B0604020202020204" charset="0"/>
                <a:sym typeface="Open Sans 2"/>
              </a:rPr>
              <a:t>Aimar Martins, Eduardo Savino, Lucy Mari, Renata Muniz e Ronaldo Araujo</a:t>
            </a:r>
            <a:endParaRPr lang="en-US" sz="4762" dirty="0">
              <a:solidFill>
                <a:srgbClr val="000000"/>
              </a:solidFill>
              <a:latin typeface="Open Sans 2" panose="020B0604020202020204" charset="0"/>
              <a:ea typeface="Open Sans 2" panose="020B0604020202020204" charset="0"/>
              <a:cs typeface="Open Sans 2" panose="020B0604020202020204" charset="0"/>
              <a:sym typeface="Open Sans 2"/>
            </a:endParaRPr>
          </a:p>
        </p:txBody>
      </p:sp>
      <p:sp>
        <p:nvSpPr>
          <p:cNvPr id="47" name="TextBox 47"/>
          <p:cNvSpPr txBox="1"/>
          <p:nvPr/>
        </p:nvSpPr>
        <p:spPr>
          <a:xfrm>
            <a:off x="15099844" y="23894125"/>
            <a:ext cx="12433206" cy="429348"/>
          </a:xfrm>
          <a:prstGeom prst="rect">
            <a:avLst/>
          </a:prstGeom>
        </p:spPr>
        <p:txBody>
          <a:bodyPr lIns="0" tIns="0" rIns="0" bIns="0" rtlCol="0" anchor="t">
            <a:spAutoFit/>
          </a:bodyPr>
          <a:lstStyle/>
          <a:p>
            <a:pPr algn="ctr">
              <a:lnSpc>
                <a:spcPts val="3465"/>
              </a:lnSpc>
            </a:pPr>
            <a:r>
              <a:rPr lang="en-US" sz="2400" spc="130" dirty="0">
                <a:solidFill>
                  <a:srgbClr val="000000"/>
                </a:solidFill>
                <a:latin typeface="Open Sans 2" panose="020B0604020202020204" charset="0"/>
                <a:ea typeface="Open Sans 2" panose="020B0604020202020204" charset="0"/>
                <a:cs typeface="Open Sans 2" panose="020B0604020202020204" charset="0"/>
                <a:sym typeface="Inter"/>
              </a:rPr>
              <a:t>Fonte: </a:t>
            </a:r>
            <a:r>
              <a:rPr lang="en-US" sz="2400" spc="130" dirty="0" err="1">
                <a:solidFill>
                  <a:srgbClr val="000000"/>
                </a:solidFill>
                <a:latin typeface="Open Sans 2" panose="020B0604020202020204" charset="0"/>
                <a:ea typeface="Open Sans 2" panose="020B0604020202020204" charset="0"/>
                <a:cs typeface="Open Sans 2" panose="020B0604020202020204" charset="0"/>
                <a:sym typeface="Inter"/>
              </a:rPr>
              <a:t>Autoria</a:t>
            </a:r>
            <a:r>
              <a:rPr lang="en-US" sz="2400" spc="130" dirty="0">
                <a:solidFill>
                  <a:srgbClr val="000000"/>
                </a:solidFill>
                <a:latin typeface="Open Sans 2" panose="020B0604020202020204" charset="0"/>
                <a:ea typeface="Open Sans 2" panose="020B0604020202020204" charset="0"/>
                <a:cs typeface="Open Sans 2" panose="020B0604020202020204" charset="0"/>
                <a:sym typeface="Inter"/>
              </a:rPr>
              <a:t> </a:t>
            </a:r>
            <a:r>
              <a:rPr lang="en-US" sz="2400" spc="130" dirty="0" err="1">
                <a:solidFill>
                  <a:srgbClr val="000000"/>
                </a:solidFill>
                <a:latin typeface="Open Sans 2" panose="020B0604020202020204" charset="0"/>
                <a:ea typeface="Open Sans 2" panose="020B0604020202020204" charset="0"/>
                <a:cs typeface="Open Sans 2" panose="020B0604020202020204" charset="0"/>
                <a:sym typeface="Inter"/>
              </a:rPr>
              <a:t>Própria</a:t>
            </a:r>
            <a:r>
              <a:rPr lang="en-US" sz="2400" spc="130" dirty="0">
                <a:solidFill>
                  <a:srgbClr val="000000"/>
                </a:solidFill>
                <a:latin typeface="Open Sans 2" panose="020B0604020202020204" charset="0"/>
                <a:ea typeface="Open Sans 2" panose="020B0604020202020204" charset="0"/>
                <a:cs typeface="Open Sans 2" panose="020B0604020202020204" charset="0"/>
                <a:sym typeface="Inter"/>
              </a:rPr>
              <a:t> (2026)</a:t>
            </a:r>
          </a:p>
        </p:txBody>
      </p:sp>
      <p:sp>
        <p:nvSpPr>
          <p:cNvPr id="48" name="TextBox 48"/>
          <p:cNvSpPr txBox="1"/>
          <p:nvPr/>
        </p:nvSpPr>
        <p:spPr>
          <a:xfrm>
            <a:off x="2561448" y="30828367"/>
            <a:ext cx="10186386" cy="619337"/>
          </a:xfrm>
          <a:prstGeom prst="rect">
            <a:avLst/>
          </a:prstGeom>
        </p:spPr>
        <p:txBody>
          <a:bodyPr lIns="0" tIns="0" rIns="0" bIns="0" rtlCol="0" anchor="t">
            <a:spAutoFit/>
          </a:bodyPr>
          <a:lstStyle/>
          <a:p>
            <a:pPr algn="ctr">
              <a:lnSpc>
                <a:spcPts val="4810"/>
              </a:lnSpc>
            </a:pPr>
            <a:r>
              <a:rPr lang="en-US" sz="4762" b="1" spc="179" dirty="0">
                <a:solidFill>
                  <a:srgbClr val="000000"/>
                </a:solidFill>
                <a:latin typeface="Open Sans 1 Bold"/>
                <a:ea typeface="Open Sans 1 Bold"/>
                <a:cs typeface="Open Sans 1 Bold"/>
                <a:sym typeface="Open Sans 1 Bold"/>
              </a:rPr>
              <a:t>TECNOLOGIAS UTILIZADAS</a:t>
            </a:r>
          </a:p>
        </p:txBody>
      </p:sp>
      <p:sp>
        <p:nvSpPr>
          <p:cNvPr id="49" name="TextBox 49"/>
          <p:cNvSpPr txBox="1"/>
          <p:nvPr/>
        </p:nvSpPr>
        <p:spPr>
          <a:xfrm>
            <a:off x="16608355" y="9858095"/>
            <a:ext cx="10186386" cy="619337"/>
          </a:xfrm>
          <a:prstGeom prst="rect">
            <a:avLst/>
          </a:prstGeom>
        </p:spPr>
        <p:txBody>
          <a:bodyPr lIns="0" tIns="0" rIns="0" bIns="0" rtlCol="0" anchor="t">
            <a:spAutoFit/>
          </a:bodyPr>
          <a:lstStyle/>
          <a:p>
            <a:pPr algn="ctr">
              <a:lnSpc>
                <a:spcPts val="4810"/>
              </a:lnSpc>
            </a:pPr>
            <a:r>
              <a:rPr lang="en-US" sz="4762" b="1" spc="179">
                <a:solidFill>
                  <a:srgbClr val="000000"/>
                </a:solidFill>
                <a:latin typeface="Open Sans 1 Bold"/>
                <a:ea typeface="Open Sans 1 Bold"/>
                <a:cs typeface="Open Sans 1 Bold"/>
                <a:sym typeface="Open Sans 1 Bold"/>
              </a:rPr>
              <a:t>RESULTADOS</a:t>
            </a:r>
          </a:p>
        </p:txBody>
      </p:sp>
      <p:sp>
        <p:nvSpPr>
          <p:cNvPr id="50" name="TextBox 50"/>
          <p:cNvSpPr txBox="1"/>
          <p:nvPr/>
        </p:nvSpPr>
        <p:spPr>
          <a:xfrm>
            <a:off x="2644303" y="9858095"/>
            <a:ext cx="10186386" cy="619337"/>
          </a:xfrm>
          <a:prstGeom prst="rect">
            <a:avLst/>
          </a:prstGeom>
        </p:spPr>
        <p:txBody>
          <a:bodyPr lIns="0" tIns="0" rIns="0" bIns="0" rtlCol="0" anchor="t">
            <a:spAutoFit/>
          </a:bodyPr>
          <a:lstStyle/>
          <a:p>
            <a:pPr algn="ctr">
              <a:lnSpc>
                <a:spcPts val="4810"/>
              </a:lnSpc>
            </a:pPr>
            <a:r>
              <a:rPr lang="en-US" sz="4762" b="1" spc="179">
                <a:solidFill>
                  <a:srgbClr val="000000"/>
                </a:solidFill>
                <a:latin typeface="Open Sans 1 Bold"/>
                <a:ea typeface="Open Sans 1 Bold"/>
                <a:cs typeface="Open Sans 1 Bold"/>
                <a:sym typeface="Open Sans 1 Bold"/>
              </a:rPr>
              <a:t>O PROBLEMA</a:t>
            </a:r>
          </a:p>
        </p:txBody>
      </p:sp>
      <p:sp>
        <p:nvSpPr>
          <p:cNvPr id="51" name="TextBox 51"/>
          <p:cNvSpPr txBox="1"/>
          <p:nvPr/>
        </p:nvSpPr>
        <p:spPr>
          <a:xfrm>
            <a:off x="2758254" y="20302839"/>
            <a:ext cx="10186386" cy="619337"/>
          </a:xfrm>
          <a:prstGeom prst="rect">
            <a:avLst/>
          </a:prstGeom>
        </p:spPr>
        <p:txBody>
          <a:bodyPr lIns="0" tIns="0" rIns="0" bIns="0" rtlCol="0" anchor="t">
            <a:spAutoFit/>
          </a:bodyPr>
          <a:lstStyle/>
          <a:p>
            <a:pPr algn="ctr">
              <a:lnSpc>
                <a:spcPts val="4810"/>
              </a:lnSpc>
            </a:pPr>
            <a:r>
              <a:rPr lang="en-US" sz="4762" b="1" spc="179">
                <a:solidFill>
                  <a:srgbClr val="000000"/>
                </a:solidFill>
                <a:latin typeface="Open Sans 1 Bold"/>
                <a:ea typeface="Open Sans 1 Bold"/>
                <a:cs typeface="Open Sans 1 Bold"/>
                <a:sym typeface="Open Sans 1 Bold"/>
              </a:rPr>
              <a:t>A PROPOSTA</a:t>
            </a:r>
          </a:p>
        </p:txBody>
      </p:sp>
      <p:sp>
        <p:nvSpPr>
          <p:cNvPr id="52" name="TextBox 52"/>
          <p:cNvSpPr txBox="1"/>
          <p:nvPr/>
        </p:nvSpPr>
        <p:spPr>
          <a:xfrm>
            <a:off x="15966982" y="31719842"/>
            <a:ext cx="11399871" cy="5492016"/>
          </a:xfrm>
          <a:prstGeom prst="rect">
            <a:avLst/>
          </a:prstGeom>
        </p:spPr>
        <p:txBody>
          <a:bodyPr lIns="0" tIns="0" rIns="0" bIns="0" rtlCol="0" anchor="t">
            <a:spAutoFit/>
          </a:bodyPr>
          <a:lstStyle/>
          <a:p>
            <a:pPr algn="just">
              <a:lnSpc>
                <a:spcPts val="4802"/>
              </a:lnSpc>
            </a:pPr>
            <a:r>
              <a:rPr lang="pt-BR" sz="3430" dirty="0">
                <a:solidFill>
                  <a:srgbClr val="000000"/>
                </a:solidFill>
                <a:latin typeface="Open Sans 2" panose="020B0604020202020204" charset="0"/>
                <a:ea typeface="Open Sans 2" panose="020B0604020202020204" charset="0"/>
                <a:cs typeface="Open Sans 2" panose="020B0604020202020204" charset="0"/>
                <a:sym typeface="Open Sans 2"/>
              </a:rPr>
              <a:t>DATE, C. J. Introdução a Sistemas de Banco de Dados. Rio de Janeiro: Elsevier, 2014.</a:t>
            </a:r>
          </a:p>
          <a:p>
            <a:pPr algn="just">
              <a:lnSpc>
                <a:spcPts val="4802"/>
              </a:lnSpc>
            </a:pPr>
            <a:endParaRPr lang="en-US" sz="3430" dirty="0">
              <a:solidFill>
                <a:srgbClr val="000000"/>
              </a:solidFill>
              <a:latin typeface="Open Sans 2"/>
              <a:ea typeface="Open Sans 2"/>
              <a:cs typeface="Open Sans 2"/>
              <a:sym typeface="Open Sans 2"/>
            </a:endParaRPr>
          </a:p>
          <a:p>
            <a:pPr algn="just">
              <a:lnSpc>
                <a:spcPts val="4802"/>
              </a:lnSpc>
            </a:pPr>
            <a:r>
              <a:rPr lang="pt-BR" sz="3430" dirty="0">
                <a:latin typeface="Open Sans 2" panose="020B0604020202020204" charset="0"/>
                <a:ea typeface="Open Sans 2" panose="020B0604020202020204" charset="0"/>
                <a:cs typeface="Open Sans 2" panose="020B0604020202020204" charset="0"/>
              </a:rPr>
              <a:t>MORAIS, I. S.; et al. Algoritmo e programação. Porto Alegre: </a:t>
            </a:r>
            <a:r>
              <a:rPr lang="pt-BR" sz="3430" dirty="0" err="1">
                <a:latin typeface="Open Sans 2" panose="020B0604020202020204" charset="0"/>
                <a:ea typeface="Open Sans 2" panose="020B0604020202020204" charset="0"/>
                <a:cs typeface="Open Sans 2" panose="020B0604020202020204" charset="0"/>
              </a:rPr>
              <a:t>Sagah</a:t>
            </a:r>
            <a:r>
              <a:rPr lang="pt-BR" sz="3430" dirty="0">
                <a:latin typeface="Open Sans 2" panose="020B0604020202020204" charset="0"/>
                <a:ea typeface="Open Sans 2" panose="020B0604020202020204" charset="0"/>
                <a:cs typeface="Open Sans 2" panose="020B0604020202020204" charset="0"/>
              </a:rPr>
              <a:t>, 2018. </a:t>
            </a:r>
          </a:p>
          <a:p>
            <a:pPr algn="just">
              <a:lnSpc>
                <a:spcPts val="4802"/>
              </a:lnSpc>
            </a:pPr>
            <a:endParaRPr lang="pt-BR" sz="3430" dirty="0">
              <a:latin typeface="Open Sans 2" panose="020B0604020202020204" charset="0"/>
              <a:ea typeface="Open Sans 2" panose="020B0604020202020204" charset="0"/>
              <a:cs typeface="Open Sans 2" panose="020B0604020202020204" charset="0"/>
            </a:endParaRPr>
          </a:p>
          <a:p>
            <a:pPr algn="just">
              <a:lnSpc>
                <a:spcPts val="4802"/>
              </a:lnSpc>
            </a:pPr>
            <a:r>
              <a:rPr lang="pt-BR" sz="3200" dirty="0">
                <a:solidFill>
                  <a:srgbClr val="000000"/>
                </a:solidFill>
                <a:latin typeface="Open Sans 2"/>
                <a:ea typeface="Open Sans 2"/>
                <a:cs typeface="Open Sans 2"/>
                <a:sym typeface="Open Sans 2"/>
              </a:rPr>
              <a:t>SOMMERVILLE, Ian. Engenharia de software. 10. ed. São Paulo: Pearson, 2018. xi, 756 p. ISBN 9788543024974</a:t>
            </a:r>
          </a:p>
          <a:p>
            <a:pPr algn="just">
              <a:lnSpc>
                <a:spcPts val="4802"/>
              </a:lnSpc>
            </a:pPr>
            <a:endParaRPr lang="pt-BR" sz="3200" dirty="0">
              <a:solidFill>
                <a:srgbClr val="000000"/>
              </a:solidFill>
              <a:latin typeface="Open Sans 2"/>
              <a:ea typeface="Open Sans 2"/>
              <a:cs typeface="Open Sans 2"/>
              <a:sym typeface="Open Sans 2"/>
            </a:endParaRPr>
          </a:p>
        </p:txBody>
      </p:sp>
      <p:sp>
        <p:nvSpPr>
          <p:cNvPr id="53" name="TextBox 53"/>
          <p:cNvSpPr txBox="1"/>
          <p:nvPr/>
        </p:nvSpPr>
        <p:spPr>
          <a:xfrm>
            <a:off x="1570063" y="31468346"/>
            <a:ext cx="12962454" cy="6946197"/>
          </a:xfrm>
          <a:prstGeom prst="rect">
            <a:avLst/>
          </a:prstGeom>
        </p:spPr>
        <p:txBody>
          <a:bodyPr wrap="square" lIns="0" tIns="0" rIns="0" bIns="0" rtlCol="0" anchor="t">
            <a:spAutoFit/>
          </a:bodyPr>
          <a:lstStyle/>
          <a:p>
            <a:pPr algn="just"/>
            <a:r>
              <a:rPr lang="pt-BR" sz="3450" dirty="0">
                <a:latin typeface="Open Sans 2" panose="020B0604020202020204" charset="0"/>
                <a:ea typeface="Open Sans 2" panose="020B0604020202020204" charset="0"/>
                <a:cs typeface="Open Sans 2" panose="020B0604020202020204" charset="0"/>
              </a:rPr>
              <a:t>Para o desenvolvimento do projeto, utilizamos algumas tecnologias essenciais que garantiram o funcionamento adequado desde a interface até o armazenamento de dados.</a:t>
            </a:r>
          </a:p>
          <a:p>
            <a:pPr algn="just"/>
            <a:endParaRPr lang="pt-BR" sz="3450" dirty="0">
              <a:latin typeface="Open Sans 2" panose="020B0604020202020204" charset="0"/>
              <a:ea typeface="Open Sans 2" panose="020B0604020202020204" charset="0"/>
              <a:cs typeface="Open Sans 2" panose="020B0604020202020204" charset="0"/>
            </a:endParaRPr>
          </a:p>
          <a:p>
            <a:pPr marL="457200" indent="-457200">
              <a:buFont typeface="Arial" panose="020B0604020202020204" pitchFamily="34" charset="0"/>
              <a:buChar char="•"/>
            </a:pPr>
            <a:r>
              <a:rPr lang="pt-BR" sz="3450" dirty="0">
                <a:latin typeface="Open Sans 2" panose="020B0604020202020204" charset="0"/>
                <a:ea typeface="Open Sans 2" panose="020B0604020202020204" charset="0"/>
                <a:cs typeface="Open Sans 2" panose="020B0604020202020204" charset="0"/>
              </a:rPr>
              <a:t>Linguagem/Plataforma: C# (.NET) — desenvolvimento da aplicação </a:t>
            </a:r>
          </a:p>
          <a:p>
            <a:pPr marL="457200" indent="-457200">
              <a:buFont typeface="Arial" panose="020B0604020202020204" pitchFamily="34" charset="0"/>
              <a:buChar char="•"/>
            </a:pPr>
            <a:r>
              <a:rPr lang="pt-BR" sz="3450" dirty="0">
                <a:latin typeface="Open Sans 2" panose="020B0604020202020204" charset="0"/>
                <a:ea typeface="Open Sans 2" panose="020B0604020202020204" charset="0"/>
                <a:cs typeface="Open Sans 2" panose="020B0604020202020204" charset="0"/>
              </a:rPr>
              <a:t>Interface Desktop: </a:t>
            </a:r>
            <a:r>
              <a:rPr lang="pt-BR" sz="3450" dirty="0" err="1">
                <a:latin typeface="Open Sans 2" panose="020B0604020202020204" charset="0"/>
                <a:ea typeface="Open Sans 2" panose="020B0604020202020204" charset="0"/>
                <a:cs typeface="Open Sans 2" panose="020B0604020202020204" charset="0"/>
              </a:rPr>
              <a:t>WinForms</a:t>
            </a:r>
            <a:r>
              <a:rPr lang="pt-BR" sz="3450" dirty="0">
                <a:latin typeface="Open Sans 2" panose="020B0604020202020204" charset="0"/>
                <a:ea typeface="Open Sans 2" panose="020B0604020202020204" charset="0"/>
                <a:cs typeface="Open Sans 2" panose="020B0604020202020204" charset="0"/>
              </a:rPr>
              <a:t> — criação das telas </a:t>
            </a:r>
          </a:p>
          <a:p>
            <a:pPr marL="457200" indent="-457200">
              <a:buFont typeface="Arial" panose="020B0604020202020204" pitchFamily="34" charset="0"/>
              <a:buChar char="•"/>
            </a:pPr>
            <a:r>
              <a:rPr lang="pt-BR" sz="3450" dirty="0">
                <a:latin typeface="Open Sans 2" panose="020B0604020202020204" charset="0"/>
                <a:ea typeface="Open Sans 2" panose="020B0604020202020204" charset="0"/>
                <a:cs typeface="Open Sans 2" panose="020B0604020202020204" charset="0"/>
              </a:rPr>
              <a:t>Banco de Dados: </a:t>
            </a:r>
            <a:r>
              <a:rPr lang="pt-BR" sz="3450" dirty="0" err="1">
                <a:latin typeface="Open Sans 2" panose="020B0604020202020204" charset="0"/>
                <a:ea typeface="Open Sans 2" panose="020B0604020202020204" charset="0"/>
                <a:cs typeface="Open Sans 2" panose="020B0604020202020204" charset="0"/>
              </a:rPr>
              <a:t>SQLite</a:t>
            </a:r>
            <a:r>
              <a:rPr lang="pt-BR" sz="3450" dirty="0">
                <a:latin typeface="Open Sans 2" panose="020B0604020202020204" charset="0"/>
                <a:ea typeface="Open Sans 2" panose="020B0604020202020204" charset="0"/>
                <a:cs typeface="Open Sans 2" panose="020B0604020202020204" charset="0"/>
              </a:rPr>
              <a:t> — armazenamento de dados </a:t>
            </a:r>
          </a:p>
          <a:p>
            <a:pPr marL="457200" indent="-457200">
              <a:buFont typeface="Arial" panose="020B0604020202020204" pitchFamily="34" charset="0"/>
              <a:buChar char="•"/>
            </a:pPr>
            <a:r>
              <a:rPr lang="pt-BR" sz="3450" dirty="0">
                <a:latin typeface="Open Sans 2" panose="020B0604020202020204" charset="0"/>
                <a:ea typeface="Open Sans 2" panose="020B0604020202020204" charset="0"/>
                <a:cs typeface="Open Sans 2" panose="020B0604020202020204" charset="0"/>
              </a:rPr>
              <a:t>Acesso a dados: ADO.NET — conexão com o banco (CRUD) </a:t>
            </a:r>
          </a:p>
          <a:p>
            <a:pPr marL="457200" indent="-457200">
              <a:buFont typeface="Arial" panose="020B0604020202020204" pitchFamily="34" charset="0"/>
              <a:buChar char="•"/>
            </a:pPr>
            <a:r>
              <a:rPr lang="pt-BR" sz="3450" dirty="0">
                <a:latin typeface="Open Sans 2" panose="020B0604020202020204" charset="0"/>
                <a:ea typeface="Open Sans 2" panose="020B0604020202020204" charset="0"/>
                <a:cs typeface="Open Sans 2" panose="020B0604020202020204" charset="0"/>
              </a:rPr>
              <a:t>Modelagem: Draw.io — criação de diagramas </a:t>
            </a:r>
          </a:p>
          <a:p>
            <a:pPr marL="457200" indent="-457200">
              <a:buFont typeface="Arial" panose="020B0604020202020204" pitchFamily="34" charset="0"/>
              <a:buChar char="•"/>
            </a:pPr>
            <a:r>
              <a:rPr lang="pt-BR" sz="3450" dirty="0">
                <a:latin typeface="Open Sans 2" panose="020B0604020202020204" charset="0"/>
                <a:ea typeface="Open Sans 2" panose="020B0604020202020204" charset="0"/>
                <a:cs typeface="Open Sans 2" panose="020B0604020202020204" charset="0"/>
              </a:rPr>
              <a:t>Controle de Versão: </a:t>
            </a:r>
            <a:r>
              <a:rPr lang="pt-BR" sz="3450" dirty="0" err="1">
                <a:latin typeface="Open Sans 2" panose="020B0604020202020204" charset="0"/>
                <a:ea typeface="Open Sans 2" panose="020B0604020202020204" charset="0"/>
                <a:cs typeface="Open Sans 2" panose="020B0604020202020204" charset="0"/>
              </a:rPr>
              <a:t>Git</a:t>
            </a:r>
            <a:r>
              <a:rPr lang="pt-BR" sz="3450" dirty="0">
                <a:latin typeface="Open Sans 2" panose="020B0604020202020204" charset="0"/>
                <a:ea typeface="Open Sans 2" panose="020B0604020202020204" charset="0"/>
                <a:cs typeface="Open Sans 2" panose="020B0604020202020204" charset="0"/>
              </a:rPr>
              <a:t> (GitHub) — versionamento do código </a:t>
            </a:r>
          </a:p>
          <a:p>
            <a:pPr marL="457200" indent="-457200">
              <a:buFont typeface="Arial" panose="020B0604020202020204" pitchFamily="34" charset="0"/>
              <a:buChar char="•"/>
            </a:pPr>
            <a:r>
              <a:rPr lang="pt-BR" sz="3450" dirty="0">
                <a:latin typeface="Open Sans 2" panose="020B0604020202020204" charset="0"/>
                <a:ea typeface="Open Sans 2" panose="020B0604020202020204" charset="0"/>
                <a:cs typeface="Open Sans 2" panose="020B0604020202020204" charset="0"/>
              </a:rPr>
              <a:t>Prototipação de interface: </a:t>
            </a:r>
            <a:r>
              <a:rPr lang="pt-BR" sz="3450" dirty="0" err="1">
                <a:latin typeface="Open Sans 2" panose="020B0604020202020204" charset="0"/>
                <a:ea typeface="Open Sans 2" panose="020B0604020202020204" charset="0"/>
                <a:cs typeface="Open Sans 2" panose="020B0604020202020204" charset="0"/>
              </a:rPr>
              <a:t>Canva</a:t>
            </a:r>
            <a:r>
              <a:rPr lang="pt-BR" sz="3450" dirty="0">
                <a:latin typeface="Open Sans 2" panose="020B0604020202020204" charset="0"/>
                <a:ea typeface="Open Sans 2" panose="020B0604020202020204" charset="0"/>
                <a:cs typeface="Open Sans 2" panose="020B0604020202020204" charset="0"/>
              </a:rPr>
              <a:t> — design das telas </a:t>
            </a:r>
          </a:p>
          <a:p>
            <a:pPr algn="just">
              <a:lnSpc>
                <a:spcPts val="4802"/>
              </a:lnSpc>
            </a:pPr>
            <a:endParaRPr lang="en-US" sz="3430" dirty="0">
              <a:solidFill>
                <a:srgbClr val="000000"/>
              </a:solidFill>
              <a:latin typeface="Open Sans 2"/>
              <a:ea typeface="Open Sans 2"/>
              <a:cs typeface="Open Sans 2"/>
              <a:sym typeface="Open Sans 2"/>
            </a:endParaRPr>
          </a:p>
        </p:txBody>
      </p:sp>
      <p:sp>
        <p:nvSpPr>
          <p:cNvPr id="54" name="TextBox 54"/>
          <p:cNvSpPr txBox="1"/>
          <p:nvPr/>
        </p:nvSpPr>
        <p:spPr>
          <a:xfrm>
            <a:off x="1595870" y="10749184"/>
            <a:ext cx="12562767" cy="8577413"/>
          </a:xfrm>
          <a:prstGeom prst="rect">
            <a:avLst/>
          </a:prstGeom>
        </p:spPr>
        <p:txBody>
          <a:bodyPr lIns="0" tIns="0" rIns="0" bIns="0" rtlCol="0" anchor="t">
            <a:spAutoFit/>
          </a:bodyPr>
          <a:lstStyle/>
          <a:p>
            <a:pPr algn="just">
              <a:lnSpc>
                <a:spcPts val="4802"/>
              </a:lnSpc>
            </a:pPr>
            <a:r>
              <a:rPr lang="en-US" sz="3430" dirty="0">
                <a:latin typeface="Open Sans 2"/>
                <a:ea typeface="Open Sans 2"/>
                <a:cs typeface="Open Sans 2"/>
                <a:sym typeface="Open Sans 2"/>
              </a:rPr>
              <a:t>Com o avanço da tecnologia </a:t>
            </a:r>
            <a:r>
              <a:rPr lang="en-US" sz="3430" dirty="0" err="1">
                <a:latin typeface="Open Sans 2"/>
                <a:ea typeface="Open Sans 2"/>
                <a:cs typeface="Open Sans 2"/>
                <a:sym typeface="Open Sans 2"/>
              </a:rPr>
              <a:t>na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educação</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escolas</a:t>
            </a:r>
            <a:r>
              <a:rPr lang="en-US" sz="3430" dirty="0">
                <a:latin typeface="Open Sans 2"/>
                <a:ea typeface="Open Sans 2"/>
                <a:cs typeface="Open Sans 2"/>
                <a:sym typeface="Open Sans 2"/>
              </a:rPr>
              <a:t> de Ensino fundamental e </a:t>
            </a:r>
            <a:r>
              <a:rPr lang="en-US" sz="3430" dirty="0" err="1">
                <a:latin typeface="Open Sans 2"/>
                <a:ea typeface="Open Sans 2"/>
                <a:cs typeface="Open Sans 2"/>
                <a:sym typeface="Open Sans 2"/>
              </a:rPr>
              <a:t>médio</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têm</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buscado</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cada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vez</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mais</a:t>
            </a:r>
            <a:r>
              <a:rPr lang="en-US" sz="3430" dirty="0">
                <a:latin typeface="Open Sans 2"/>
                <a:ea typeface="Open Sans 2"/>
                <a:cs typeface="Open Sans 2"/>
                <a:sym typeface="Open Sans 2"/>
              </a:rPr>
              <a:t> ferramentas </a:t>
            </a:r>
            <a:r>
              <a:rPr lang="en-US" sz="3430" dirty="0" err="1">
                <a:latin typeface="Open Sans 2"/>
                <a:ea typeface="Open Sans 2"/>
                <a:cs typeface="Open Sans 2"/>
                <a:sym typeface="Open Sans 2"/>
              </a:rPr>
              <a:t>digitais</a:t>
            </a:r>
            <a:r>
              <a:rPr lang="en-US" sz="3430" dirty="0">
                <a:latin typeface="Open Sans 2"/>
                <a:ea typeface="Open Sans 2"/>
                <a:cs typeface="Open Sans 2"/>
                <a:sym typeface="Open Sans 2"/>
              </a:rPr>
              <a:t> para </a:t>
            </a:r>
            <a:r>
              <a:rPr lang="en-US" sz="3430" dirty="0" err="1">
                <a:latin typeface="Open Sans 2"/>
                <a:ea typeface="Open Sans 2"/>
                <a:cs typeface="Open Sans 2"/>
                <a:sym typeface="Open Sans 2"/>
              </a:rPr>
              <a:t>tornar</a:t>
            </a:r>
            <a:r>
              <a:rPr lang="en-US" sz="3430" dirty="0">
                <a:latin typeface="Open Sans 2"/>
                <a:ea typeface="Open Sans 2"/>
                <a:cs typeface="Open Sans 2"/>
                <a:sym typeface="Open Sans 2"/>
              </a:rPr>
              <a:t> o </a:t>
            </a:r>
            <a:r>
              <a:rPr lang="en-US" sz="3430" dirty="0" err="1">
                <a:latin typeface="Open Sans 2"/>
                <a:ea typeface="Open Sans 2"/>
                <a:cs typeface="Open Sans 2"/>
                <a:sym typeface="Open Sans 2"/>
              </a:rPr>
              <a:t>aprendizado</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mais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dinâmico</a:t>
            </a:r>
            <a:r>
              <a:rPr lang="en-US" sz="3430" dirty="0">
                <a:latin typeface="Open Sans 2"/>
                <a:ea typeface="Open Sans 2"/>
                <a:cs typeface="Open Sans 2"/>
                <a:sym typeface="Open Sans 2"/>
              </a:rPr>
              <a:t> e </a:t>
            </a:r>
            <a:r>
              <a:rPr lang="en-US" sz="3430" dirty="0" err="1">
                <a:latin typeface="Open Sans 2"/>
                <a:ea typeface="Open Sans 2"/>
                <a:cs typeface="Open Sans 2"/>
                <a:sym typeface="Open Sans 2"/>
              </a:rPr>
              <a:t>atrativo</a:t>
            </a:r>
            <a:r>
              <a:rPr lang="en-US" sz="3430" dirty="0">
                <a:latin typeface="Open Sans 2"/>
                <a:ea typeface="Open Sans 2"/>
                <a:cs typeface="Open Sans 2"/>
                <a:sym typeface="Open Sans 2"/>
              </a:rPr>
              <a:t>. Nesse </a:t>
            </a:r>
            <a:r>
              <a:rPr lang="en-US" sz="3430" dirty="0" err="1">
                <a:latin typeface="Open Sans 2"/>
                <a:ea typeface="Open Sans 2"/>
                <a:cs typeface="Open Sans 2"/>
                <a:sym typeface="Open Sans 2"/>
              </a:rPr>
              <a:t>contexto</a:t>
            </a:r>
            <a:r>
              <a:rPr lang="en-US" sz="3430" dirty="0">
                <a:latin typeface="Open Sans 2"/>
                <a:ea typeface="Open Sans 2"/>
                <a:cs typeface="Open Sans 2"/>
                <a:sym typeface="Open Sans 2"/>
              </a:rPr>
              <a:t>, o </a:t>
            </a:r>
            <a:r>
              <a:rPr lang="en-US" sz="3430" dirty="0" err="1">
                <a:latin typeface="Open Sans 2"/>
                <a:ea typeface="Open Sans 2"/>
                <a:cs typeface="Open Sans 2"/>
                <a:sym typeface="Open Sans 2"/>
              </a:rPr>
              <a:t>uso</a:t>
            </a:r>
            <a:r>
              <a:rPr lang="en-US" sz="3430" dirty="0">
                <a:latin typeface="Open Sans 2"/>
                <a:ea typeface="Open Sans 2"/>
                <a:cs typeface="Open Sans 2"/>
                <a:sym typeface="Open Sans 2"/>
              </a:rPr>
              <a:t> de </a:t>
            </a:r>
            <a:r>
              <a:rPr lang="en-US" sz="3430" dirty="0" err="1">
                <a:latin typeface="Open Sans 2"/>
                <a:ea typeface="Open Sans 2"/>
                <a:cs typeface="Open Sans 2"/>
                <a:sym typeface="Open Sans 2"/>
              </a:rPr>
              <a:t>jogos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educacionais</a:t>
            </a:r>
            <a:r>
              <a:rPr lang="en-US" sz="3430" dirty="0">
                <a:latin typeface="Open Sans 2"/>
                <a:ea typeface="Open Sans 2"/>
                <a:cs typeface="Open Sans 2"/>
                <a:sym typeface="Open Sans 2"/>
              </a:rPr>
              <a:t> surge </a:t>
            </a:r>
            <a:r>
              <a:rPr lang="en-US" sz="3430" dirty="0" err="1">
                <a:latin typeface="Open Sans 2"/>
                <a:ea typeface="Open Sans 2"/>
                <a:cs typeface="Open Sans 2"/>
                <a:sym typeface="Open Sans 2"/>
              </a:rPr>
              <a:t>como</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uma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alternativa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eficiente</a:t>
            </a:r>
            <a:r>
              <a:rPr lang="en-US" sz="3430" dirty="0">
                <a:latin typeface="Open Sans 2"/>
                <a:ea typeface="Open Sans 2"/>
                <a:cs typeface="Open Sans 2"/>
                <a:sym typeface="Open Sans 2"/>
              </a:rPr>
              <a:t> para </a:t>
            </a:r>
            <a:r>
              <a:rPr lang="en-US" sz="3430" dirty="0" err="1">
                <a:latin typeface="Open Sans 2"/>
                <a:ea typeface="Open Sans 2"/>
                <a:cs typeface="Open Sans 2"/>
                <a:sym typeface="Open Sans 2"/>
              </a:rPr>
              <a:t>engajar</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alunos</a:t>
            </a:r>
            <a:r>
              <a:rPr lang="en-US" sz="3430" dirty="0">
                <a:latin typeface="Open Sans 2"/>
                <a:ea typeface="Open Sans 2"/>
                <a:cs typeface="Open Sans 2"/>
                <a:sym typeface="Open Sans 2"/>
              </a:rPr>
              <a:t> e </a:t>
            </a:r>
            <a:r>
              <a:rPr lang="en-US" sz="3430" dirty="0" err="1">
                <a:latin typeface="Open Sans 2"/>
                <a:ea typeface="Open Sans 2"/>
                <a:cs typeface="Open Sans 2"/>
                <a:sym typeface="Open Sans 2"/>
              </a:rPr>
              <a:t>reforçar</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conteúdos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pedagógicos</a:t>
            </a:r>
            <a:r>
              <a:rPr lang="en-US" sz="3430" dirty="0">
                <a:latin typeface="Open Sans 2"/>
                <a:ea typeface="Open Sans 2"/>
                <a:cs typeface="Open Sans 2"/>
                <a:sym typeface="Open Sans 2"/>
              </a:rPr>
              <a:t>.</a:t>
            </a:r>
          </a:p>
          <a:p>
            <a:pPr algn="just">
              <a:lnSpc>
                <a:spcPts val="4802"/>
              </a:lnSpc>
            </a:pPr>
            <a:r>
              <a:rPr lang="en-US" sz="3430" dirty="0">
                <a:latin typeface="Open Sans 2"/>
                <a:ea typeface="Open Sans 2"/>
                <a:cs typeface="Open Sans 2"/>
                <a:sym typeface="Open Sans 2"/>
              </a:rPr>
              <a:t>No </a:t>
            </a:r>
            <a:r>
              <a:rPr lang="en-US" sz="3430" dirty="0" err="1">
                <a:latin typeface="Open Sans 2"/>
                <a:ea typeface="Open Sans 2"/>
                <a:cs typeface="Open Sans 2"/>
                <a:sym typeface="Open Sans 2"/>
              </a:rPr>
              <a:t>entanto</a:t>
            </a:r>
            <a:r>
              <a:rPr lang="en-US" sz="3430" dirty="0">
                <a:latin typeface="Open Sans 2"/>
                <a:ea typeface="Open Sans 2"/>
                <a:cs typeface="Open Sans 2"/>
                <a:sym typeface="Open Sans 2"/>
              </a:rPr>
              <a:t>, a </a:t>
            </a:r>
            <a:r>
              <a:rPr lang="en-US" sz="3430" dirty="0" err="1">
                <a:latin typeface="Open Sans 2"/>
                <a:ea typeface="Open Sans 2"/>
                <a:cs typeface="Open Sans 2"/>
                <a:sym typeface="Open Sans 2"/>
              </a:rPr>
              <a:t>gestão</a:t>
            </a:r>
            <a:r>
              <a:rPr lang="en-US" sz="3430" dirty="0">
                <a:latin typeface="Open Sans 2"/>
                <a:ea typeface="Open Sans 2"/>
                <a:cs typeface="Open Sans 2"/>
                <a:sym typeface="Open Sans 2"/>
              </a:rPr>
              <a:t> de </a:t>
            </a:r>
            <a:r>
              <a:rPr lang="en-US" sz="3430" dirty="0" err="1">
                <a:latin typeface="Open Sans 2"/>
                <a:ea typeface="Open Sans 2"/>
                <a:cs typeface="Open Sans 2"/>
                <a:sym typeface="Open Sans 2"/>
              </a:rPr>
              <a:t>acesso</a:t>
            </a:r>
            <a:r>
              <a:rPr lang="en-US" sz="3430" dirty="0">
                <a:latin typeface="Open Sans 2"/>
                <a:ea typeface="Open Sans 2"/>
                <a:cs typeface="Open Sans 2"/>
                <a:sym typeface="Open Sans 2"/>
              </a:rPr>
              <a:t> a </a:t>
            </a:r>
            <a:r>
              <a:rPr lang="en-US" sz="3430" dirty="0" err="1">
                <a:latin typeface="Open Sans 2"/>
                <a:ea typeface="Open Sans 2"/>
                <a:cs typeface="Open Sans 2"/>
                <a:sym typeface="Open Sans 2"/>
              </a:rPr>
              <a:t>essas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plataformas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ainda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apresenta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desafios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significativos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Muitas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instituições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enfrentam</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dificuldades</a:t>
            </a:r>
            <a:r>
              <a:rPr lang="en-US" sz="3430" dirty="0">
                <a:latin typeface="Open Sans 2"/>
                <a:ea typeface="Open Sans 2"/>
                <a:cs typeface="Open Sans 2"/>
                <a:sym typeface="Open Sans 2"/>
              </a:rPr>
              <a:t> no </a:t>
            </a:r>
            <a:r>
              <a:rPr lang="en-US" sz="3430" dirty="0" err="1">
                <a:latin typeface="Open Sans 2"/>
                <a:ea typeface="Open Sans 2"/>
                <a:cs typeface="Open Sans 2"/>
                <a:sym typeface="Open Sans 2"/>
              </a:rPr>
              <a:t>controle</a:t>
            </a:r>
            <a:r>
              <a:rPr lang="en-US" sz="3430" dirty="0">
                <a:latin typeface="Open Sans 2"/>
                <a:ea typeface="Open Sans 2"/>
                <a:cs typeface="Open Sans 2"/>
                <a:sym typeface="Open Sans 2"/>
              </a:rPr>
              <a:t> de </a:t>
            </a:r>
            <a:r>
              <a:rPr lang="en-US" sz="3430" dirty="0" err="1">
                <a:latin typeface="Open Sans 2"/>
                <a:ea typeface="Open Sans 2"/>
                <a:cs typeface="Open Sans 2"/>
                <a:sym typeface="Open Sans 2"/>
              </a:rPr>
              <a:t>assinaturas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na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limitação</a:t>
            </a:r>
            <a:r>
              <a:rPr lang="en-US" sz="3430" dirty="0">
                <a:latin typeface="Open Sans 2"/>
                <a:ea typeface="Open Sans 2"/>
                <a:cs typeface="Open Sans 2"/>
                <a:sym typeface="Open Sans 2"/>
              </a:rPr>
              <a:t> de </a:t>
            </a:r>
            <a:r>
              <a:rPr lang="en-US" sz="3430" dirty="0" err="1">
                <a:latin typeface="Open Sans 2"/>
                <a:ea typeface="Open Sans 2"/>
                <a:cs typeface="Open Sans 2"/>
                <a:sym typeface="Open Sans 2"/>
              </a:rPr>
              <a:t>acessos</a:t>
            </a:r>
            <a:r>
              <a:rPr lang="en-US" sz="3430" dirty="0">
                <a:latin typeface="Open Sans 2"/>
                <a:ea typeface="Open Sans 2"/>
                <a:cs typeface="Open Sans 2"/>
                <a:sym typeface="Open Sans 2"/>
              </a:rPr>
              <a:t> de Ips </a:t>
            </a:r>
            <a:r>
              <a:rPr lang="en-US" sz="3430" dirty="0" err="1">
                <a:latin typeface="Open Sans 2"/>
                <a:ea typeface="Open Sans 2"/>
                <a:cs typeface="Open Sans 2"/>
                <a:sym typeface="Open Sans 2"/>
              </a:rPr>
              <a:t>autorizados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Além</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disso</a:t>
            </a:r>
            <a:r>
              <a:rPr lang="en-US" sz="3430" dirty="0">
                <a:latin typeface="Open Sans 2"/>
                <a:ea typeface="Open Sans 2"/>
                <a:cs typeface="Open Sans 2"/>
                <a:sym typeface="Open Sans 2"/>
              </a:rPr>
              <a:t>, a </a:t>
            </a:r>
            <a:r>
              <a:rPr lang="en-US" sz="3430" dirty="0" err="1">
                <a:latin typeface="Open Sans 2"/>
                <a:ea typeface="Open Sans 2"/>
                <a:cs typeface="Open Sans 2"/>
                <a:sym typeface="Open Sans 2"/>
              </a:rPr>
              <a:t>ausência</a:t>
            </a:r>
            <a:r>
              <a:rPr lang="en-US" sz="3430" dirty="0">
                <a:latin typeface="Open Sans 2"/>
                <a:ea typeface="Open Sans 2"/>
                <a:cs typeface="Open Sans 2"/>
                <a:sym typeface="Open Sans 2"/>
              </a:rPr>
              <a:t> de um Sistema </a:t>
            </a:r>
            <a:r>
              <a:rPr lang="en-US" sz="3430" dirty="0" err="1">
                <a:latin typeface="Open Sans 2"/>
                <a:ea typeface="Open Sans 2"/>
                <a:cs typeface="Open Sans 2"/>
                <a:sym typeface="Open Sans 2"/>
              </a:rPr>
              <a:t>centralizado</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dificulta</a:t>
            </a:r>
            <a:r>
              <a:rPr lang="en-US" sz="3430" dirty="0">
                <a:latin typeface="Open Sans 2"/>
                <a:ea typeface="Open Sans 2"/>
                <a:cs typeface="Open Sans 2"/>
                <a:sym typeface="Open Sans 2"/>
              </a:rPr>
              <a:t> o </a:t>
            </a:r>
            <a:r>
              <a:rPr lang="en-US" sz="3430" dirty="0" err="1">
                <a:latin typeface="Open Sans 2"/>
                <a:ea typeface="Open Sans 2"/>
                <a:cs typeface="Open Sans 2"/>
                <a:sym typeface="Open Sans 2"/>
              </a:rPr>
              <a:t>acompanhamento</a:t>
            </a:r>
            <a:r>
              <a:rPr lang="en-US" sz="3430" dirty="0">
                <a:latin typeface="Open Sans 2"/>
                <a:ea typeface="Open Sans 2"/>
                <a:cs typeface="Open Sans 2"/>
                <a:sym typeface="Open Sans 2"/>
              </a:rPr>
              <a:t> do consume dos </a:t>
            </a:r>
            <a:r>
              <a:rPr lang="en-US" sz="3430" dirty="0" err="1">
                <a:latin typeface="Open Sans 2"/>
                <a:ea typeface="Open Sans 2"/>
                <a:cs typeface="Open Sans 2"/>
                <a:sym typeface="Open Sans 2"/>
              </a:rPr>
              <a:t>jogos</a:t>
            </a:r>
            <a:r>
              <a:rPr lang="en-US" sz="3430" dirty="0">
                <a:latin typeface="Open Sans 2"/>
                <a:ea typeface="Open Sans 2"/>
                <a:cs typeface="Open Sans 2"/>
                <a:sym typeface="Open Sans 2"/>
              </a:rPr>
              <a:t>, a </a:t>
            </a:r>
            <a:r>
              <a:rPr lang="en-US" sz="3430" dirty="0" err="1">
                <a:latin typeface="Open Sans 2"/>
                <a:ea typeface="Open Sans 2"/>
                <a:cs typeface="Open Sans 2"/>
                <a:sym typeface="Open Sans 2"/>
              </a:rPr>
              <a:t>geração</a:t>
            </a:r>
            <a:r>
              <a:rPr lang="en-US" sz="3430" dirty="0">
                <a:latin typeface="Open Sans 2"/>
                <a:ea typeface="Open Sans 2"/>
                <a:cs typeface="Open Sans 2"/>
                <a:sym typeface="Open Sans 2"/>
              </a:rPr>
              <a:t> de </a:t>
            </a:r>
            <a:r>
              <a:rPr lang="en-US" sz="3430" dirty="0" err="1">
                <a:latin typeface="Open Sans 2"/>
                <a:ea typeface="Open Sans 2"/>
                <a:cs typeface="Open Sans 2"/>
                <a:sym typeface="Open Sans 2"/>
              </a:rPr>
              <a:t>relatórios</a:t>
            </a:r>
            <a:r>
              <a:rPr lang="en-US" sz="3430" dirty="0">
                <a:latin typeface="Open Sans 2"/>
                <a:ea typeface="Open Sans 2"/>
                <a:cs typeface="Open Sans 2"/>
                <a:sym typeface="Open Sans 2"/>
              </a:rPr>
              <a:t> e a </a:t>
            </a:r>
            <a:r>
              <a:rPr lang="en-US" sz="3430" dirty="0" err="1">
                <a:latin typeface="Open Sans 2"/>
                <a:ea typeface="Open Sans 2"/>
                <a:cs typeface="Open Sans 2"/>
                <a:sym typeface="Open Sans 2"/>
              </a:rPr>
              <a:t>tomada</a:t>
            </a:r>
            <a:r>
              <a:rPr lang="en-US" sz="3430" dirty="0">
                <a:latin typeface="Open Sans 2"/>
                <a:ea typeface="Open Sans 2"/>
                <a:cs typeface="Open Sans 2"/>
                <a:sym typeface="Open Sans 2"/>
              </a:rPr>
              <a:t> de </a:t>
            </a:r>
            <a:r>
              <a:rPr lang="en-US" sz="3430" dirty="0" err="1">
                <a:latin typeface="Open Sans 2"/>
                <a:ea typeface="Open Sans 2"/>
                <a:cs typeface="Open Sans 2"/>
                <a:sym typeface="Open Sans 2"/>
              </a:rPr>
              <a:t>decisões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estratégicas</a:t>
            </a:r>
            <a:r>
              <a:rPr lang="en-US" sz="3430" dirty="0">
                <a:latin typeface="Open Sans 2"/>
                <a:ea typeface="Open Sans 2"/>
                <a:cs typeface="Open Sans 2"/>
                <a:sym typeface="Open Sans 2"/>
              </a:rPr>
              <a:t>. </a:t>
            </a:r>
          </a:p>
          <a:p>
            <a:pPr algn="just">
              <a:lnSpc>
                <a:spcPts val="4802"/>
              </a:lnSpc>
            </a:pPr>
            <a:endParaRPr lang="en-US" sz="3430" dirty="0">
              <a:solidFill>
                <a:srgbClr val="000000"/>
              </a:solidFill>
              <a:latin typeface="Open Sans 2"/>
              <a:ea typeface="Open Sans 2"/>
              <a:cs typeface="Open Sans 2"/>
              <a:sym typeface="Open Sans 2"/>
            </a:endParaRPr>
          </a:p>
        </p:txBody>
      </p:sp>
      <p:sp>
        <p:nvSpPr>
          <p:cNvPr id="55" name="TextBox 55"/>
          <p:cNvSpPr txBox="1"/>
          <p:nvPr/>
        </p:nvSpPr>
        <p:spPr>
          <a:xfrm>
            <a:off x="1570066" y="21125709"/>
            <a:ext cx="12562767" cy="8577413"/>
          </a:xfrm>
          <a:prstGeom prst="rect">
            <a:avLst/>
          </a:prstGeom>
        </p:spPr>
        <p:txBody>
          <a:bodyPr lIns="0" tIns="0" rIns="0" bIns="0" rtlCol="0" anchor="t">
            <a:spAutoFit/>
          </a:bodyPr>
          <a:lstStyle/>
          <a:p>
            <a:pPr algn="just">
              <a:lnSpc>
                <a:spcPts val="4802"/>
              </a:lnSpc>
            </a:pPr>
            <a:r>
              <a:rPr lang="en-US" sz="3430" dirty="0">
                <a:latin typeface="Open Sans 2"/>
                <a:ea typeface="Open Sans 2"/>
                <a:cs typeface="Open Sans 2"/>
                <a:sym typeface="Open Sans 2"/>
              </a:rPr>
              <a:t>A </a:t>
            </a:r>
            <a:r>
              <a:rPr lang="en-US" sz="3430" dirty="0" err="1">
                <a:latin typeface="Open Sans 2"/>
                <a:ea typeface="Open Sans 2"/>
                <a:cs typeface="Open Sans 2"/>
                <a:sym typeface="Open Sans 2"/>
              </a:rPr>
              <a:t>proposta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consiste</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na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criação</a:t>
            </a:r>
            <a:r>
              <a:rPr lang="en-US" sz="3430" dirty="0">
                <a:latin typeface="Open Sans 2"/>
                <a:ea typeface="Open Sans 2"/>
                <a:cs typeface="Open Sans 2"/>
                <a:sym typeface="Open Sans 2"/>
              </a:rPr>
              <a:t> de um Sistema </a:t>
            </a:r>
            <a:r>
              <a:rPr lang="en-US" sz="3430" dirty="0" err="1">
                <a:latin typeface="Open Sans 2"/>
                <a:ea typeface="Open Sans 2"/>
                <a:cs typeface="Open Sans 2"/>
                <a:sym typeface="Open Sans 2"/>
              </a:rPr>
              <a:t>capaz</a:t>
            </a:r>
            <a:r>
              <a:rPr lang="en-US" sz="3430" dirty="0">
                <a:latin typeface="Open Sans 2"/>
                <a:ea typeface="Open Sans 2"/>
                <a:cs typeface="Open Sans 2"/>
                <a:sym typeface="Open Sans 2"/>
              </a:rPr>
              <a:t> de </a:t>
            </a:r>
            <a:r>
              <a:rPr lang="en-US" sz="3430" dirty="0" err="1">
                <a:latin typeface="Open Sans 2"/>
                <a:ea typeface="Open Sans 2"/>
                <a:cs typeface="Open Sans 2"/>
                <a:sym typeface="Open Sans 2"/>
              </a:rPr>
              <a:t>cadastrar</a:t>
            </a:r>
            <a:r>
              <a:rPr lang="en-US" sz="3430" dirty="0">
                <a:latin typeface="Open Sans 2"/>
                <a:ea typeface="Open Sans 2"/>
                <a:cs typeface="Open Sans 2"/>
                <a:sym typeface="Open Sans 2"/>
              </a:rPr>
              <a:t> e </a:t>
            </a:r>
            <a:r>
              <a:rPr lang="en-US" sz="3430" dirty="0" err="1">
                <a:latin typeface="Open Sans 2"/>
                <a:ea typeface="Open Sans 2"/>
                <a:cs typeface="Open Sans 2"/>
                <a:sym typeface="Open Sans 2"/>
              </a:rPr>
              <a:t>organizar</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informações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sobre</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jogos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pacotes</a:t>
            </a:r>
            <a:r>
              <a:rPr lang="en-US" sz="3430" dirty="0">
                <a:latin typeface="Open Sans 2"/>
                <a:ea typeface="Open Sans 2"/>
                <a:cs typeface="Open Sans 2"/>
                <a:sym typeface="Open Sans 2"/>
              </a:rPr>
              <a:t> e </a:t>
            </a:r>
            <a:r>
              <a:rPr lang="en-US" sz="3430" dirty="0" err="1">
                <a:latin typeface="Open Sans 2"/>
                <a:ea typeface="Open Sans 2"/>
                <a:cs typeface="Open Sans 2"/>
                <a:sym typeface="Open Sans 2"/>
              </a:rPr>
              <a:t>intituições</a:t>
            </a:r>
            <a:r>
              <a:rPr lang="en-US" sz="3430" dirty="0">
                <a:latin typeface="Open Sans 2"/>
                <a:ea typeface="Open Sans 2"/>
                <a:cs typeface="Open Sans 2"/>
                <a:sym typeface="Open Sans 2"/>
              </a:rPr>
              <a:t> de Ensino, </a:t>
            </a:r>
            <a:r>
              <a:rPr lang="en-US" sz="3430" dirty="0" err="1">
                <a:latin typeface="Open Sans 2"/>
                <a:ea typeface="Open Sans 2"/>
                <a:cs typeface="Open Sans 2"/>
                <a:sym typeface="Open Sans 2"/>
              </a:rPr>
              <a:t>permitindo</a:t>
            </a:r>
            <a:r>
              <a:rPr lang="en-US" sz="3430" dirty="0">
                <a:latin typeface="Open Sans 2"/>
                <a:ea typeface="Open Sans 2"/>
                <a:cs typeface="Open Sans 2"/>
                <a:sym typeface="Open Sans 2"/>
              </a:rPr>
              <a:t> que </a:t>
            </a:r>
            <a:r>
              <a:rPr lang="en-US" sz="3430" dirty="0" err="1">
                <a:latin typeface="Open Sans 2"/>
                <a:ea typeface="Open Sans 2"/>
                <a:cs typeface="Open Sans 2"/>
                <a:sym typeface="Open Sans 2"/>
              </a:rPr>
              <a:t>cada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escola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tenha</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controle</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sobre</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seu</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pacote</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ativo</a:t>
            </a:r>
            <a:r>
              <a:rPr lang="en-US" sz="3430" dirty="0">
                <a:latin typeface="Open Sans 2"/>
                <a:ea typeface="Open Sans 2"/>
                <a:cs typeface="Open Sans 2"/>
                <a:sym typeface="Open Sans 2"/>
              </a:rPr>
              <a:t> e </a:t>
            </a:r>
            <a:r>
              <a:rPr lang="en-US" sz="3430" dirty="0" err="1">
                <a:latin typeface="Open Sans 2"/>
                <a:ea typeface="Open Sans 2"/>
                <a:cs typeface="Open Sans 2"/>
                <a:sym typeface="Open Sans 2"/>
              </a:rPr>
              <a:t>seus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limites</a:t>
            </a:r>
            <a:r>
              <a:rPr lang="en-US" sz="3430" dirty="0">
                <a:latin typeface="Open Sans 2"/>
                <a:ea typeface="Open Sans 2"/>
                <a:cs typeface="Open Sans 2"/>
                <a:sym typeface="Open Sans 2"/>
              </a:rPr>
              <a:t> de </a:t>
            </a:r>
            <a:r>
              <a:rPr lang="en-US" sz="3430" dirty="0" err="1">
                <a:latin typeface="Open Sans 2"/>
                <a:ea typeface="Open Sans 2"/>
                <a:cs typeface="Open Sans 2"/>
                <a:sym typeface="Open Sans 2"/>
              </a:rPr>
              <a:t>acesso</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mensais</a:t>
            </a:r>
            <a:r>
              <a:rPr lang="en-US" sz="3430" dirty="0">
                <a:latin typeface="Open Sans 2"/>
                <a:ea typeface="Open Sans 2"/>
                <a:cs typeface="Open Sans 2"/>
                <a:sym typeface="Open Sans 2"/>
              </a:rPr>
              <a:t>. O Sistema </a:t>
            </a:r>
            <a:r>
              <a:rPr lang="en-US" sz="3430" dirty="0" err="1">
                <a:latin typeface="Open Sans 2"/>
                <a:ea typeface="Open Sans 2"/>
                <a:cs typeface="Open Sans 2"/>
                <a:sym typeface="Open Sans 2"/>
              </a:rPr>
              <a:t>também</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incluirá</a:t>
            </a:r>
            <a:r>
              <a:rPr lang="en-US" sz="3430" dirty="0">
                <a:latin typeface="Open Sans 2"/>
                <a:ea typeface="Open Sans 2"/>
                <a:cs typeface="Open Sans 2"/>
                <a:sym typeface="Open Sans 2"/>
              </a:rPr>
              <a:t> um </a:t>
            </a:r>
            <a:r>
              <a:rPr lang="en-US" sz="3430" dirty="0" err="1">
                <a:latin typeface="Open Sans 2"/>
                <a:ea typeface="Open Sans 2"/>
                <a:cs typeface="Open Sans 2"/>
                <a:sym typeface="Open Sans 2"/>
              </a:rPr>
              <a:t>processo</a:t>
            </a:r>
            <a:r>
              <a:rPr lang="en-US" sz="3430" dirty="0">
                <a:latin typeface="Open Sans 2"/>
                <a:ea typeface="Open Sans 2"/>
                <a:cs typeface="Open Sans 2"/>
                <a:sym typeface="Open Sans 2"/>
              </a:rPr>
              <a:t> de login com </a:t>
            </a:r>
            <a:r>
              <a:rPr lang="en-US" sz="3430" dirty="0" err="1">
                <a:latin typeface="Open Sans 2"/>
                <a:ea typeface="Open Sans 2"/>
                <a:cs typeface="Open Sans 2"/>
                <a:sym typeface="Open Sans 2"/>
              </a:rPr>
              <a:t>validação</a:t>
            </a:r>
            <a:r>
              <a:rPr lang="en-US" sz="3430" dirty="0">
                <a:latin typeface="Open Sans 2"/>
                <a:ea typeface="Open Sans 2"/>
                <a:cs typeface="Open Sans 2"/>
                <a:sym typeface="Open Sans 2"/>
              </a:rPr>
              <a:t> de IP, </a:t>
            </a:r>
            <a:r>
              <a:rPr lang="en-US" sz="3430" dirty="0" err="1">
                <a:latin typeface="Open Sans 2"/>
                <a:ea typeface="Open Sans 2"/>
                <a:cs typeface="Open Sans 2"/>
                <a:sym typeface="Open Sans 2"/>
              </a:rPr>
              <a:t>garantindo</a:t>
            </a:r>
            <a:r>
              <a:rPr lang="en-US" sz="3430" dirty="0">
                <a:latin typeface="Open Sans 2"/>
                <a:ea typeface="Open Sans 2"/>
                <a:cs typeface="Open Sans 2"/>
                <a:sym typeface="Open Sans 2"/>
              </a:rPr>
              <a:t> que </a:t>
            </a:r>
            <a:r>
              <a:rPr lang="en-US" sz="3430" dirty="0" err="1">
                <a:latin typeface="Open Sans 2"/>
                <a:ea typeface="Open Sans 2"/>
                <a:cs typeface="Open Sans 2"/>
                <a:sym typeface="Open Sans 2"/>
              </a:rPr>
              <a:t>apenas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dispositivos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autorizados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possam</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acessar</a:t>
            </a:r>
            <a:r>
              <a:rPr lang="en-US" sz="3430" dirty="0">
                <a:latin typeface="Open Sans 2"/>
                <a:ea typeface="Open Sans 2"/>
                <a:cs typeface="Open Sans 2"/>
                <a:sym typeface="Open Sans 2"/>
              </a:rPr>
              <a:t> a Plataforma. </a:t>
            </a:r>
            <a:r>
              <a:rPr lang="en-US" sz="3430" dirty="0" err="1">
                <a:latin typeface="Open Sans 2"/>
                <a:ea typeface="Open Sans 2"/>
                <a:cs typeface="Open Sans 2"/>
                <a:sym typeface="Open Sans 2"/>
              </a:rPr>
              <a:t>Além</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disso</a:t>
            </a:r>
            <a:r>
              <a:rPr lang="en-US" sz="3430" dirty="0">
                <a:latin typeface="Open Sans 2"/>
                <a:ea typeface="Open Sans 2"/>
                <a:cs typeface="Open Sans 2"/>
                <a:sym typeface="Open Sans 2"/>
              </a:rPr>
              <a:t>, a </a:t>
            </a:r>
            <a:r>
              <a:rPr lang="en-US" sz="3430" dirty="0" err="1">
                <a:latin typeface="Open Sans 2"/>
                <a:ea typeface="Open Sans 2"/>
                <a:cs typeface="Open Sans 2"/>
                <a:sym typeface="Open Sans 2"/>
              </a:rPr>
              <a:t>aplicação</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irá</a:t>
            </a:r>
            <a:r>
              <a:rPr lang="en-US" sz="3430" dirty="0">
                <a:latin typeface="Open Sans 2"/>
                <a:ea typeface="Open Sans 2"/>
                <a:cs typeface="Open Sans 2"/>
                <a:sym typeface="Open Sans 2"/>
              </a:rPr>
              <a:t> registrar </a:t>
            </a:r>
            <a:r>
              <a:rPr lang="en-US" sz="3430" dirty="0" err="1">
                <a:latin typeface="Open Sans 2"/>
                <a:ea typeface="Open Sans 2"/>
                <a:cs typeface="Open Sans 2"/>
                <a:sym typeface="Open Sans 2"/>
              </a:rPr>
              <a:t>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acessos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realizados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aos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jogos</a:t>
            </a:r>
            <a:r>
              <a:rPr lang="en-US" sz="3430" dirty="0">
                <a:latin typeface="Open Sans 2"/>
                <a:ea typeface="Open Sans 2"/>
                <a:cs typeface="Open Sans 2"/>
                <a:sym typeface="Open Sans 2"/>
              </a:rPr>
              <a:t>, </a:t>
            </a:r>
            <a:r>
              <a:rPr lang="en-US" sz="3430" dirty="0" err="1">
                <a:latin typeface="Open Sans 2"/>
                <a:ea typeface="Open Sans 2"/>
                <a:cs typeface="Open Sans 2"/>
                <a:sym typeface="Open Sans 2"/>
              </a:rPr>
              <a:t>contabilizando</a:t>
            </a:r>
            <a:r>
              <a:rPr lang="en-US" sz="3430" dirty="0">
                <a:latin typeface="Open Sans 2"/>
                <a:ea typeface="Open Sans 2"/>
                <a:cs typeface="Open Sans 2"/>
                <a:sym typeface="Open Sans 2"/>
              </a:rPr>
              <a:t> o </a:t>
            </a:r>
            <a:r>
              <a:rPr lang="en-US" sz="3430" dirty="0" err="1">
                <a:latin typeface="Open Sans 2"/>
                <a:ea typeface="Open Sans 2"/>
                <a:cs typeface="Open Sans 2"/>
                <a:sym typeface="Open Sans 2"/>
              </a:rPr>
              <a:t>consumo</a:t>
            </a:r>
            <a:r>
              <a:rPr lang="en-US" sz="3430" dirty="0">
                <a:latin typeface="Open Sans 2"/>
                <a:ea typeface="Open Sans 2"/>
                <a:cs typeface="Open Sans 2"/>
                <a:sym typeface="Open Sans 2"/>
              </a:rPr>
              <a:t> mensal de </a:t>
            </a:r>
            <a:r>
              <a:rPr lang="pt-BR" sz="3430" dirty="0">
                <a:latin typeface="Open Sans 2"/>
                <a:ea typeface="Open Sans 2"/>
                <a:cs typeface="Open Sans 2"/>
                <a:sym typeface="Open Sans 2"/>
              </a:rPr>
              <a:t>cada escola e bloqueando automaticamente novos acessos quando o limite do pacote for atingido. Esses dados serão utilizados para a geração de relatórios detalhados, possibilitando o acompanhamento do uso e auxiliando na tomada de decisões.</a:t>
            </a:r>
            <a:endParaRPr lang="en-US" sz="3430" dirty="0">
              <a:latin typeface="Open Sans 2"/>
              <a:ea typeface="Open Sans 2"/>
              <a:cs typeface="Open Sans 2"/>
              <a:sym typeface="Open Sans 2"/>
            </a:endParaRPr>
          </a:p>
        </p:txBody>
      </p:sp>
      <p:sp>
        <p:nvSpPr>
          <p:cNvPr id="56" name="TextBox 56"/>
          <p:cNvSpPr txBox="1"/>
          <p:nvPr/>
        </p:nvSpPr>
        <p:spPr>
          <a:xfrm>
            <a:off x="136933" y="39681833"/>
            <a:ext cx="28242690" cy="1712520"/>
          </a:xfrm>
          <a:prstGeom prst="rect">
            <a:avLst/>
          </a:prstGeom>
        </p:spPr>
        <p:txBody>
          <a:bodyPr lIns="0" tIns="0" rIns="0" bIns="0" rtlCol="0" anchor="t">
            <a:spAutoFit/>
          </a:bodyPr>
          <a:lstStyle/>
          <a:p>
            <a:pPr algn="ctr">
              <a:lnSpc>
                <a:spcPts val="6937"/>
              </a:lnSpc>
            </a:pPr>
            <a:r>
              <a:rPr lang="en-US" sz="4955" b="1" dirty="0">
                <a:solidFill>
                  <a:srgbClr val="000000"/>
                </a:solidFill>
                <a:latin typeface="Open Sans 1 Bold"/>
                <a:ea typeface="Open Sans 1 Bold"/>
                <a:cs typeface="Open Sans 1 Bold"/>
                <a:sym typeface="Open Sans 1 Bold"/>
              </a:rPr>
              <a:t>SEMANA DE TECNOLOGIA - 2026</a:t>
            </a:r>
          </a:p>
          <a:p>
            <a:pPr algn="ctr">
              <a:lnSpc>
                <a:spcPts val="6937"/>
              </a:lnSpc>
              <a:spcBef>
                <a:spcPct val="0"/>
              </a:spcBef>
            </a:pPr>
            <a:r>
              <a:rPr lang="en-US" sz="4955" dirty="0">
                <a:solidFill>
                  <a:srgbClr val="000000"/>
                </a:solidFill>
                <a:latin typeface="Open Sans 1"/>
                <a:ea typeface="Open Sans 1"/>
                <a:cs typeface="Open Sans 1"/>
                <a:sym typeface="Open Sans 1"/>
              </a:rPr>
              <a:t>Fundação Escola de Comércio Álvares Penteado - FECAP</a:t>
            </a:r>
          </a:p>
        </p:txBody>
      </p:sp>
      <p:sp>
        <p:nvSpPr>
          <p:cNvPr id="57" name="TextBox 57"/>
          <p:cNvSpPr txBox="1"/>
          <p:nvPr/>
        </p:nvSpPr>
        <p:spPr>
          <a:xfrm>
            <a:off x="15938204" y="10860570"/>
            <a:ext cx="11263377" cy="5806205"/>
          </a:xfrm>
          <a:prstGeom prst="rect">
            <a:avLst/>
          </a:prstGeom>
        </p:spPr>
        <p:txBody>
          <a:bodyPr wrap="square" lIns="0" tIns="0" rIns="0" bIns="0" rtlCol="0" anchor="t">
            <a:spAutoFit/>
          </a:bodyPr>
          <a:lstStyle/>
          <a:p>
            <a:pPr algn="just"/>
            <a:r>
              <a:rPr lang="pt-BR" sz="3430" dirty="0">
                <a:latin typeface="Open Sans 2" panose="020B0604020202020204" charset="0"/>
                <a:ea typeface="Open Sans 2" panose="020B0604020202020204" charset="0"/>
                <a:cs typeface="Open Sans 2" panose="020B0604020202020204" charset="0"/>
              </a:rPr>
              <a:t>O sistema desenvolvido apresentou resultados positivos durante a simulação de uso por instituições de ensino, demonstrando eficiência no controle de acessos, validação de </a:t>
            </a:r>
            <a:r>
              <a:rPr lang="pt-BR" sz="3430" dirty="0" err="1">
                <a:latin typeface="Open Sans 2" panose="020B0604020202020204" charset="0"/>
                <a:ea typeface="Open Sans 2" panose="020B0604020202020204" charset="0"/>
                <a:cs typeface="Open Sans 2" panose="020B0604020202020204" charset="0"/>
              </a:rPr>
              <a:t>IPs</a:t>
            </a:r>
            <a:r>
              <a:rPr lang="pt-BR" sz="3430" dirty="0">
                <a:latin typeface="Open Sans 2" panose="020B0604020202020204" charset="0"/>
                <a:ea typeface="Open Sans 2" panose="020B0604020202020204" charset="0"/>
                <a:cs typeface="Open Sans 2" panose="020B0604020202020204" charset="0"/>
              </a:rPr>
              <a:t> e gerenciamento de pacotes de jogos educacionais. Ao longo dos testes, foi possível verificar uma redução significativa de acessos não autorizados, graças ao mecanismo de validação por IP implementado na aplicação. Além disso, o sistema se mostrou eficaz no controle do limite mensal de acessos por escola, garantindo que os contratos estabelecidos fossem respeitados de forma automática.</a:t>
            </a:r>
          </a:p>
        </p:txBody>
      </p:sp>
      <p:graphicFrame>
        <p:nvGraphicFramePr>
          <p:cNvPr id="64" name="Gráfico 63">
            <a:extLst>
              <a:ext uri="{FF2B5EF4-FFF2-40B4-BE49-F238E27FC236}">
                <a16:creationId xmlns:a16="http://schemas.microsoft.com/office/drawing/2014/main" id="{C5DE73EC-48C8-D959-1906-EE858C54593B}"/>
              </a:ext>
            </a:extLst>
          </p:cNvPr>
          <p:cNvGraphicFramePr/>
          <p:nvPr>
            <p:extLst>
              <p:ext uri="{D42A27DB-BD31-4B8C-83A1-F6EECF244321}">
                <p14:modId xmlns:p14="http://schemas.microsoft.com/office/powerpoint/2010/main" val="1874461378"/>
              </p:ext>
            </p:extLst>
          </p:nvPr>
        </p:nvGraphicFramePr>
        <p:xfrm>
          <a:off x="15628893" y="17368872"/>
          <a:ext cx="11904157" cy="6223786"/>
        </p:xfrm>
        <a:graphic>
          <a:graphicData uri="http://schemas.openxmlformats.org/drawingml/2006/chart">
            <c:chart xmlns:c="http://schemas.openxmlformats.org/drawingml/2006/chart" xmlns:r="http://schemas.openxmlformats.org/officeDocument/2006/relationships" r:id="rId6"/>
          </a:graphicData>
        </a:graphic>
      </p:graphicFrame>
      <p:sp>
        <p:nvSpPr>
          <p:cNvPr id="65" name="TextBox 57">
            <a:extLst>
              <a:ext uri="{FF2B5EF4-FFF2-40B4-BE49-F238E27FC236}">
                <a16:creationId xmlns:a16="http://schemas.microsoft.com/office/drawing/2014/main" id="{40811184-0301-61EE-177F-A891EE5466F2}"/>
              </a:ext>
            </a:extLst>
          </p:cNvPr>
          <p:cNvSpPr txBox="1"/>
          <p:nvPr/>
        </p:nvSpPr>
        <p:spPr>
          <a:xfrm>
            <a:off x="15938204" y="24947983"/>
            <a:ext cx="11263377" cy="4222694"/>
          </a:xfrm>
          <a:prstGeom prst="rect">
            <a:avLst/>
          </a:prstGeom>
        </p:spPr>
        <p:txBody>
          <a:bodyPr wrap="square" lIns="0" tIns="0" rIns="0" bIns="0" rtlCol="0" anchor="t">
            <a:spAutoFit/>
          </a:bodyPr>
          <a:lstStyle/>
          <a:p>
            <a:pPr algn="just"/>
            <a:r>
              <a:rPr lang="pt-BR" sz="3430" dirty="0">
                <a:latin typeface="Open Sans 2" panose="020B0604020202020204" charset="0"/>
                <a:ea typeface="Open Sans 2" panose="020B0604020202020204" charset="0"/>
                <a:cs typeface="Open Sans 2" panose="020B0604020202020204" charset="0"/>
              </a:rPr>
              <a:t>Outro ponto relevante foi a centralização das informações, permitindo o gerenciamento organizado de escolas, pacotes e jogos em um único ambiente. Dessa forma, a solução desenvolvida contribui diretamente para a melhoria da gestão de plataformas educacionais digitais, proporcionando maior segurança, controle e eficiência no uso dos recursos disponíveis.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TotalTime>
  <Words>608</Words>
  <Application>Microsoft Office PowerPoint</Application>
  <PresentationFormat>Personalizar</PresentationFormat>
  <Paragraphs>32</Paragraphs>
  <Slides>1</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vt:i4>
      </vt:variant>
    </vt:vector>
  </HeadingPairs>
  <TitlesOfParts>
    <vt:vector size="8" baseType="lpstr">
      <vt:lpstr>Open Sans 2 Bold</vt:lpstr>
      <vt:lpstr>Open Sans 2</vt:lpstr>
      <vt:lpstr>Open Sans 1 Bold</vt:lpstr>
      <vt:lpstr>Open Sans 1</vt:lpstr>
      <vt:lpstr>Arial</vt:lpstr>
      <vt:lpstr>Calibri</vt:lpstr>
      <vt:lpstr>Office Theme</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POSTER FECAP</dc:title>
  <dc:creator>Rayna Guimarães</dc:creator>
  <cp:lastModifiedBy>Rayna Guimarães</cp:lastModifiedBy>
  <cp:revision>9</cp:revision>
  <dcterms:created xsi:type="dcterms:W3CDTF">2006-08-16T00:00:00Z</dcterms:created>
  <dcterms:modified xsi:type="dcterms:W3CDTF">2026-05-04T14:23:17Z</dcterms:modified>
  <dc:identifier>DAHA7VomhzE</dc:identifier>
</cp:coreProperties>
</file>